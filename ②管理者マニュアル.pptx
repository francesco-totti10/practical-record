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8"/>
  </p:notesMasterIdLst>
  <p:sldIdLst>
    <p:sldId id="256" r:id="rId2"/>
    <p:sldId id="257" r:id="rId3"/>
    <p:sldId id="258" r:id="rId4"/>
    <p:sldId id="259" r:id="rId5"/>
    <p:sldId id="260" r:id="rId6"/>
    <p:sldId id="261" r:id="rId7"/>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009"/>
    <p:restoredTop sz="94610"/>
  </p:normalViewPr>
  <p:slideViewPr>
    <p:cSldViewPr snapToGrid="0" snapToObjects="1">
      <p:cViewPr varScale="1">
        <p:scale>
          <a:sx n="208" d="100"/>
          <a:sy n="208" d="100"/>
        </p:scale>
        <p:origin x="704"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51038126"/>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565C0"/>
          </a:solidFill>
          <a:ln/>
        </p:spPr>
      </p:sp>
      <p:sp>
        <p:nvSpPr>
          <p:cNvPr id="5" name="Shape 3"/>
          <p:cNvSpPr/>
          <p:nvPr/>
        </p:nvSpPr>
        <p:spPr>
          <a:xfrm>
            <a:off x="320040" y="1645920"/>
            <a:ext cx="73152" cy="2286000"/>
          </a:xfrm>
          <a:prstGeom prst="rect">
            <a:avLst/>
          </a:prstGeom>
          <a:solidFill>
            <a:srgbClr val="FF7043"/>
          </a:solidFill>
          <a:ln/>
        </p:spPr>
      </p:sp>
      <p:sp>
        <p:nvSpPr>
          <p:cNvPr id="6" name="Text 4"/>
          <p:cNvSpPr/>
          <p:nvPr/>
        </p:nvSpPr>
        <p:spPr>
          <a:xfrm>
            <a:off x="320040" y="502920"/>
            <a:ext cx="1371600" cy="1280160"/>
          </a:xfrm>
          <a:prstGeom prst="rect">
            <a:avLst/>
          </a:prstGeom>
          <a:noFill/>
          <a:ln/>
        </p:spPr>
        <p:txBody>
          <a:bodyPr wrap="square" lIns="0" tIns="0" rIns="0" bIns="0" rtlCol="0" anchor="ctr"/>
          <a:lstStyle/>
          <a:p>
            <a:pPr marL="0" indent="0">
              <a:buNone/>
            </a:pPr>
            <a:r>
              <a:rPr lang="en-US" sz="5000" dirty="0">
                <a:solidFill>
                  <a:srgbClr val="000000"/>
                </a:solidFill>
                <a:latin typeface="Meiryo" pitchFamily="34" charset="0"/>
                <a:ea typeface="Meiryo" pitchFamily="34" charset="-122"/>
                <a:cs typeface="Meiryo" pitchFamily="34" charset="-120"/>
              </a:rPr>
              <a:t>🔧</a:t>
            </a:r>
            <a:endParaRPr lang="en-US" sz="5000" dirty="0"/>
          </a:p>
        </p:txBody>
      </p:sp>
      <p:sp>
        <p:nvSpPr>
          <p:cNvPr id="7" name="Text 5"/>
          <p:cNvSpPr/>
          <p:nvPr/>
        </p:nvSpPr>
        <p:spPr>
          <a:xfrm>
            <a:off x="374904" y="1691640"/>
            <a:ext cx="8229600" cy="1005840"/>
          </a:xfrm>
          <a:prstGeom prst="rect">
            <a:avLst/>
          </a:prstGeom>
          <a:noFill/>
          <a:ln/>
        </p:spPr>
        <p:txBody>
          <a:bodyPr wrap="square" lIns="0" tIns="0" rIns="0" bIns="0" rtlCol="0" anchor="ctr"/>
          <a:lstStyle/>
          <a:p>
            <a:pPr marL="0" indent="0">
              <a:buNone/>
            </a:pPr>
            <a:r>
              <a:rPr lang="en-US" sz="3400" b="1" dirty="0">
                <a:solidFill>
                  <a:srgbClr val="FFFFFF"/>
                </a:solidFill>
                <a:latin typeface="Meiryo" pitchFamily="34" charset="0"/>
                <a:ea typeface="Meiryo" pitchFamily="34" charset="-122"/>
                <a:cs typeface="Meiryo" pitchFamily="34" charset="-120"/>
              </a:rPr>
              <a:t>管理者マニュアル</a:t>
            </a:r>
            <a:endParaRPr lang="en-US" sz="3400" dirty="0"/>
          </a:p>
        </p:txBody>
      </p:sp>
      <p:sp>
        <p:nvSpPr>
          <p:cNvPr id="8" name="Text 6"/>
          <p:cNvSpPr/>
          <p:nvPr/>
        </p:nvSpPr>
        <p:spPr>
          <a:xfrm>
            <a:off x="448056" y="2651760"/>
            <a:ext cx="7699248" cy="594360"/>
          </a:xfrm>
          <a:prstGeom prst="rect">
            <a:avLst/>
          </a:prstGeom>
          <a:noFill/>
          <a:ln/>
        </p:spPr>
        <p:txBody>
          <a:bodyPr wrap="square" lIns="0" tIns="0" rIns="0" bIns="0" rtlCol="0" anchor="ctr"/>
          <a:lstStyle/>
          <a:p>
            <a:pPr marL="0" indent="0">
              <a:buNone/>
            </a:pPr>
            <a:r>
              <a:rPr lang="en-US" sz="1500" dirty="0">
                <a:solidFill>
                  <a:srgbClr val="FFFFFF"/>
                </a:solidFill>
                <a:latin typeface="Meiryo" pitchFamily="34" charset="0"/>
                <a:ea typeface="Meiryo" pitchFamily="34" charset="-122"/>
                <a:cs typeface="Meiryo" pitchFamily="34" charset="-120"/>
              </a:rPr>
              <a:t>教員登録・パスワード管理・書庫管理・統計確認の操作方法を説明します</a:t>
            </a:r>
            <a:endParaRPr lang="en-US" sz="1500" dirty="0"/>
          </a:p>
        </p:txBody>
      </p:sp>
      <p:sp>
        <p:nvSpPr>
          <p:cNvPr id="9" name="Text 7"/>
          <p:cNvSpPr/>
          <p:nvPr/>
        </p:nvSpPr>
        <p:spPr>
          <a:xfrm>
            <a:off x="320040" y="4389120"/>
            <a:ext cx="5486400" cy="484632"/>
          </a:xfrm>
          <a:prstGeom prst="rect">
            <a:avLst/>
          </a:prstGeom>
          <a:noFill/>
          <a:ln/>
        </p:spPr>
        <p:txBody>
          <a:bodyPr wrap="square" lIns="0" tIns="0" rIns="0" bIns="0" rtlCol="0" anchor="ctr"/>
          <a:lstStyle/>
          <a:p>
            <a:pPr marL="0" indent="0">
              <a:buNone/>
            </a:pPr>
            <a:r>
              <a:rPr lang="en-US" sz="1000" dirty="0">
                <a:solidFill>
                  <a:srgbClr val="ECEFF1"/>
                </a:solidFill>
                <a:latin typeface="Meiryo" pitchFamily="34" charset="0"/>
                <a:ea typeface="Meiryo" pitchFamily="34" charset="-122"/>
                <a:cs typeface="Meiryo" pitchFamily="34" charset="-120"/>
              </a:rPr>
              <a:t>実践の本棚 | 主題研究 実践記録アプリ</a:t>
            </a:r>
            <a:endParaRPr lang="en-US" sz="1000" dirty="0"/>
          </a:p>
        </p:txBody>
      </p:sp>
      <p:sp>
        <p:nvSpPr>
          <p:cNvPr id="10" name="Text 8"/>
          <p:cNvSpPr/>
          <p:nvPr/>
        </p:nvSpPr>
        <p:spPr>
          <a:xfrm>
            <a:off x="320040" y="4681728"/>
            <a:ext cx="5486400" cy="292608"/>
          </a:xfrm>
          <a:prstGeom prst="rect">
            <a:avLst/>
          </a:prstGeom>
          <a:noFill/>
          <a:ln/>
        </p:spPr>
        <p:txBody>
          <a:bodyPr wrap="square" lIns="0" tIns="0" rIns="0" bIns="0" rtlCol="0" anchor="ctr"/>
          <a:lstStyle/>
          <a:p>
            <a:pPr marL="0" indent="0">
              <a:buNone/>
            </a:pPr>
            <a:r>
              <a:rPr lang="en-US" sz="1100" dirty="0">
                <a:solidFill>
                  <a:srgbClr val="ECEFF1"/>
                </a:solidFill>
                <a:latin typeface="Meiryo" pitchFamily="34" charset="0"/>
                <a:ea typeface="Meiryo" pitchFamily="34" charset="-122"/>
                <a:cs typeface="Meiryo" pitchFamily="34" charset="-120"/>
              </a:rPr>
              <a:t>全7スライド  ｜  対象：管理者権限を持つ先生</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FF8E1"/>
          </a:solidFill>
          <a:ln/>
        </p:spPr>
      </p:sp>
      <p:sp>
        <p:nvSpPr>
          <p:cNvPr id="3" name="Shape 1"/>
          <p:cNvSpPr/>
          <p:nvPr/>
        </p:nvSpPr>
        <p:spPr>
          <a:xfrm>
            <a:off x="0" y="0"/>
            <a:ext cx="9144000" cy="566928"/>
          </a:xfrm>
          <a:prstGeom prst="rect">
            <a:avLst/>
          </a:prstGeom>
          <a:solidFill>
            <a:srgbClr val="1565C0"/>
          </a:solidFill>
          <a:ln/>
        </p:spPr>
      </p:sp>
      <p:sp>
        <p:nvSpPr>
          <p:cNvPr id="4" name="Text 2"/>
          <p:cNvSpPr/>
          <p:nvPr/>
        </p:nvSpPr>
        <p:spPr>
          <a:xfrm>
            <a:off x="320040" y="27432"/>
            <a:ext cx="7315200" cy="201168"/>
          </a:xfrm>
          <a:prstGeom prst="rect">
            <a:avLst/>
          </a:prstGeom>
          <a:noFill/>
          <a:ln/>
        </p:spPr>
        <p:txBody>
          <a:bodyPr wrap="square" lIns="0" tIns="0" rIns="0" bIns="0" rtlCol="0" anchor="ctr"/>
          <a:lstStyle/>
          <a:p>
            <a:pPr marL="0" indent="0">
              <a:buNone/>
            </a:pPr>
            <a:r>
              <a:rPr lang="en-US" sz="900" i="1" dirty="0">
                <a:solidFill>
                  <a:srgbClr val="FFFFFF"/>
                </a:solidFill>
                <a:latin typeface="Meiryo" pitchFamily="34" charset="0"/>
                <a:ea typeface="Meiryo" pitchFamily="34" charset="-122"/>
                <a:cs typeface="Meiryo" pitchFamily="34" charset="-120"/>
              </a:rPr>
              <a:t>管理者マニュアル</a:t>
            </a:r>
            <a:endParaRPr lang="en-US" sz="900" dirty="0"/>
          </a:p>
        </p:txBody>
      </p:sp>
      <p:sp>
        <p:nvSpPr>
          <p:cNvPr id="5" name="Text 3"/>
          <p:cNvSpPr/>
          <p:nvPr/>
        </p:nvSpPr>
        <p:spPr>
          <a:xfrm>
            <a:off x="320040" y="219456"/>
            <a:ext cx="8412480" cy="329184"/>
          </a:xfrm>
          <a:prstGeom prst="rect">
            <a:avLst/>
          </a:prstGeom>
          <a:noFill/>
          <a:ln/>
        </p:spPr>
        <p:txBody>
          <a:bodyPr wrap="square" lIns="0" tIns="0" rIns="0" bIns="0" rtlCol="0" anchor="ctr"/>
          <a:lstStyle/>
          <a:p>
            <a:pPr marL="0" indent="0">
              <a:buNone/>
            </a:pPr>
            <a:r>
              <a:rPr lang="en-US" sz="2000" b="1" dirty="0">
                <a:solidFill>
                  <a:srgbClr val="FFFFFF"/>
                </a:solidFill>
                <a:latin typeface="Meiryo" pitchFamily="34" charset="0"/>
                <a:ea typeface="Meiryo" pitchFamily="34" charset="-122"/>
                <a:cs typeface="Meiryo" pitchFamily="34" charset="-120"/>
              </a:rPr>
              <a:t>管理者ページへのアクセスとログイン</a:t>
            </a:r>
            <a:endParaRPr lang="en-US" sz="2000" dirty="0"/>
          </a:p>
        </p:txBody>
      </p:sp>
      <p:sp>
        <p:nvSpPr>
          <p:cNvPr id="6" name="Text 4"/>
          <p:cNvSpPr/>
          <p:nvPr/>
        </p:nvSpPr>
        <p:spPr>
          <a:xfrm>
            <a:off x="320040" y="694944"/>
            <a:ext cx="8503920" cy="274320"/>
          </a:xfrm>
          <a:prstGeom prst="rect">
            <a:avLst/>
          </a:prstGeom>
          <a:noFill/>
          <a:ln/>
        </p:spPr>
        <p:txBody>
          <a:bodyPr wrap="square" lIns="0" tIns="0" rIns="0" bIns="0" rtlCol="0" anchor="ctr"/>
          <a:lstStyle/>
          <a:p>
            <a:pPr marL="0" indent="0">
              <a:buNone/>
            </a:pPr>
            <a:r>
              <a:rPr lang="en-US" sz="1100" dirty="0">
                <a:solidFill>
                  <a:srgbClr val="3E2723"/>
                </a:solidFill>
                <a:latin typeface="Meiryo" pitchFamily="34" charset="0"/>
                <a:ea typeface="Meiryo" pitchFamily="34" charset="-122"/>
                <a:cs typeface="Meiryo" pitchFamily="34" charset="-120"/>
              </a:rPr>
              <a:t>専用URLにアクセスするか、先生用ログイン画面のボタンから移動できます。</a:t>
            </a:r>
            <a:endParaRPr lang="en-US" sz="1100" dirty="0"/>
          </a:p>
        </p:txBody>
      </p:sp>
      <p:sp>
        <p:nvSpPr>
          <p:cNvPr id="7" name="Shape 5"/>
          <p:cNvSpPr/>
          <p:nvPr/>
        </p:nvSpPr>
        <p:spPr>
          <a:xfrm>
            <a:off x="320040" y="1060704"/>
            <a:ext cx="4160520" cy="1691640"/>
          </a:xfrm>
          <a:prstGeom prst="roundRect">
            <a:avLst>
              <a:gd name="adj" fmla="val 4324"/>
            </a:avLst>
          </a:prstGeom>
          <a:solidFill>
            <a:srgbClr val="FFFFFF"/>
          </a:solidFill>
          <a:ln w="12700">
            <a:solidFill>
              <a:srgbClr val="BDBDBD"/>
            </a:solidFill>
            <a:prstDash val="solid"/>
          </a:ln>
        </p:spPr>
      </p:sp>
      <p:sp>
        <p:nvSpPr>
          <p:cNvPr id="8" name="Text 6"/>
          <p:cNvSpPr/>
          <p:nvPr/>
        </p:nvSpPr>
        <p:spPr>
          <a:xfrm>
            <a:off x="457200" y="1133856"/>
            <a:ext cx="3886200" cy="274320"/>
          </a:xfrm>
          <a:prstGeom prst="rect">
            <a:avLst/>
          </a:prstGeom>
          <a:noFill/>
          <a:ln/>
        </p:spPr>
        <p:txBody>
          <a:bodyPr wrap="square" lIns="0" tIns="0" rIns="0" bIns="0" rtlCol="0" anchor="ctr"/>
          <a:lstStyle/>
          <a:p>
            <a:pPr marL="0" indent="0">
              <a:buNone/>
            </a:pPr>
            <a:r>
              <a:rPr lang="en-US" sz="1150" b="1" dirty="0">
                <a:solidFill>
                  <a:srgbClr val="3E2723"/>
                </a:solidFill>
                <a:latin typeface="Meiryo" pitchFamily="34" charset="0"/>
                <a:ea typeface="Meiryo" pitchFamily="34" charset="-122"/>
                <a:cs typeface="Meiryo" pitchFamily="34" charset="-120"/>
              </a:rPr>
              <a:t>方法①  専用URLにアクセス</a:t>
            </a:r>
            <a:endParaRPr lang="en-US" sz="1150" dirty="0"/>
          </a:p>
        </p:txBody>
      </p:sp>
      <p:sp>
        <p:nvSpPr>
          <p:cNvPr id="9" name="Shape 7"/>
          <p:cNvSpPr/>
          <p:nvPr/>
        </p:nvSpPr>
        <p:spPr>
          <a:xfrm>
            <a:off x="457200" y="1463040"/>
            <a:ext cx="3886200" cy="292608"/>
          </a:xfrm>
          <a:prstGeom prst="roundRect">
            <a:avLst>
              <a:gd name="adj" fmla="val 15625"/>
            </a:avLst>
          </a:prstGeom>
          <a:solidFill>
            <a:srgbClr val="ECEFF1"/>
          </a:solidFill>
          <a:ln w="6350">
            <a:solidFill>
              <a:srgbClr val="CCCCCC"/>
            </a:solidFill>
            <a:prstDash val="solid"/>
          </a:ln>
        </p:spPr>
      </p:sp>
      <p:sp>
        <p:nvSpPr>
          <p:cNvPr id="10" name="Text 8"/>
          <p:cNvSpPr/>
          <p:nvPr/>
        </p:nvSpPr>
        <p:spPr>
          <a:xfrm>
            <a:off x="548640" y="1463040"/>
            <a:ext cx="3703320" cy="292608"/>
          </a:xfrm>
          <a:prstGeom prst="rect">
            <a:avLst/>
          </a:prstGeom>
          <a:noFill/>
          <a:ln/>
        </p:spPr>
        <p:txBody>
          <a:bodyPr wrap="square" lIns="0" tIns="0" rIns="0" bIns="0" rtlCol="0" anchor="ctr"/>
          <a:lstStyle/>
          <a:p>
            <a:pPr marL="0" indent="0">
              <a:buNone/>
            </a:pPr>
            <a:r>
              <a:rPr lang="en-US" sz="1000" dirty="0">
                <a:solidFill>
                  <a:srgbClr val="3E2723"/>
                </a:solidFill>
                <a:latin typeface="Courier New" pitchFamily="34" charset="0"/>
                <a:ea typeface="Courier New" pitchFamily="34" charset="-122"/>
                <a:cs typeface="Courier New" pitchFamily="34" charset="-120"/>
              </a:rPr>
              <a:t>…/exec?page=admin</a:t>
            </a:r>
            <a:endParaRPr lang="en-US" sz="1000" dirty="0"/>
          </a:p>
        </p:txBody>
      </p:sp>
      <p:sp>
        <p:nvSpPr>
          <p:cNvPr id="11" name="Text 9"/>
          <p:cNvSpPr/>
          <p:nvPr/>
        </p:nvSpPr>
        <p:spPr>
          <a:xfrm>
            <a:off x="457200" y="1810512"/>
            <a:ext cx="3886200" cy="256032"/>
          </a:xfrm>
          <a:prstGeom prst="rect">
            <a:avLst/>
          </a:prstGeom>
          <a:noFill/>
          <a:ln/>
        </p:spPr>
        <p:txBody>
          <a:bodyPr wrap="square" lIns="0" tIns="0" rIns="0" bIns="0" rtlCol="0" anchor="ctr"/>
          <a:lstStyle/>
          <a:p>
            <a:pPr marL="0" indent="0">
              <a:buNone/>
            </a:pPr>
            <a:r>
              <a:rPr lang="en-US" sz="1000" dirty="0">
                <a:solidFill>
                  <a:srgbClr val="78909C"/>
                </a:solidFill>
                <a:latin typeface="Meiryo" pitchFamily="34" charset="0"/>
                <a:ea typeface="Meiryo" pitchFamily="34" charset="-122"/>
                <a:cs typeface="Meiryo" pitchFamily="34" charset="-120"/>
              </a:rPr>
              <a:t>このURLを管理者のみに共有します。</a:t>
            </a:r>
            <a:endParaRPr lang="en-US" sz="1000" dirty="0"/>
          </a:p>
        </p:txBody>
      </p:sp>
      <p:sp>
        <p:nvSpPr>
          <p:cNvPr id="12" name="Shape 10"/>
          <p:cNvSpPr/>
          <p:nvPr/>
        </p:nvSpPr>
        <p:spPr>
          <a:xfrm>
            <a:off x="320040" y="2843784"/>
            <a:ext cx="4160520" cy="1691640"/>
          </a:xfrm>
          <a:prstGeom prst="roundRect">
            <a:avLst>
              <a:gd name="adj" fmla="val 4324"/>
            </a:avLst>
          </a:prstGeom>
          <a:solidFill>
            <a:srgbClr val="FFFFFF"/>
          </a:solidFill>
          <a:ln w="12700">
            <a:solidFill>
              <a:srgbClr val="BDBDBD"/>
            </a:solidFill>
            <a:prstDash val="solid"/>
          </a:ln>
        </p:spPr>
      </p:sp>
      <p:sp>
        <p:nvSpPr>
          <p:cNvPr id="13" name="Text 11"/>
          <p:cNvSpPr/>
          <p:nvPr/>
        </p:nvSpPr>
        <p:spPr>
          <a:xfrm>
            <a:off x="457200" y="2916936"/>
            <a:ext cx="3886200" cy="274320"/>
          </a:xfrm>
          <a:prstGeom prst="rect">
            <a:avLst/>
          </a:prstGeom>
          <a:noFill/>
          <a:ln/>
        </p:spPr>
        <p:txBody>
          <a:bodyPr wrap="square" lIns="0" tIns="0" rIns="0" bIns="0" rtlCol="0" anchor="ctr"/>
          <a:lstStyle/>
          <a:p>
            <a:pPr marL="0" indent="0">
              <a:buNone/>
            </a:pPr>
            <a:r>
              <a:rPr lang="en-US" sz="1150" b="1" dirty="0">
                <a:solidFill>
                  <a:srgbClr val="3E2723"/>
                </a:solidFill>
                <a:latin typeface="Meiryo" pitchFamily="34" charset="0"/>
                <a:ea typeface="Meiryo" pitchFamily="34" charset="-122"/>
                <a:cs typeface="Meiryo" pitchFamily="34" charset="-120"/>
              </a:rPr>
              <a:t>方法②  先生用ログイン画面のボタン</a:t>
            </a:r>
            <a:endParaRPr lang="en-US" sz="1150" dirty="0"/>
          </a:p>
        </p:txBody>
      </p:sp>
      <p:sp>
        <p:nvSpPr>
          <p:cNvPr id="14" name="Shape 12"/>
          <p:cNvSpPr/>
          <p:nvPr/>
        </p:nvSpPr>
        <p:spPr>
          <a:xfrm>
            <a:off x="457200" y="3255264"/>
            <a:ext cx="3886200" cy="1170432"/>
          </a:xfrm>
          <a:prstGeom prst="roundRect">
            <a:avLst>
              <a:gd name="adj" fmla="val 4688"/>
            </a:avLst>
          </a:prstGeom>
          <a:solidFill>
            <a:srgbClr val="FFF8E1"/>
          </a:solidFill>
          <a:ln w="12700">
            <a:solidFill>
              <a:srgbClr val="BDBDBD"/>
            </a:solidFill>
            <a:prstDash val="solid"/>
          </a:ln>
        </p:spPr>
      </p:sp>
      <p:sp>
        <p:nvSpPr>
          <p:cNvPr id="15" name="Text 13"/>
          <p:cNvSpPr/>
          <p:nvPr/>
        </p:nvSpPr>
        <p:spPr>
          <a:xfrm>
            <a:off x="777240" y="3328416"/>
            <a:ext cx="3291840" cy="310896"/>
          </a:xfrm>
          <a:prstGeom prst="rect">
            <a:avLst/>
          </a:prstGeom>
          <a:noFill/>
          <a:ln/>
        </p:spPr>
        <p:txBody>
          <a:bodyPr wrap="square" lIns="0" tIns="0" rIns="0" bIns="0" rtlCol="0" anchor="ctr"/>
          <a:lstStyle/>
          <a:p>
            <a:pPr marL="0" indent="0" algn="ctr">
              <a:buNone/>
            </a:pPr>
            <a:r>
              <a:rPr lang="en-US" sz="1400" b="1" dirty="0">
                <a:solidFill>
                  <a:srgbClr val="5D4037"/>
                </a:solidFill>
                <a:latin typeface="Meiryo" pitchFamily="34" charset="0"/>
                <a:ea typeface="Meiryo" pitchFamily="34" charset="-122"/>
                <a:cs typeface="Meiryo" pitchFamily="34" charset="-120"/>
              </a:rPr>
              <a:t>📚 実践の本棚</a:t>
            </a:r>
            <a:endParaRPr lang="en-US" sz="1400" dirty="0"/>
          </a:p>
        </p:txBody>
      </p:sp>
      <p:sp>
        <p:nvSpPr>
          <p:cNvPr id="16" name="Shape 14"/>
          <p:cNvSpPr/>
          <p:nvPr/>
        </p:nvSpPr>
        <p:spPr>
          <a:xfrm>
            <a:off x="1097280" y="3749040"/>
            <a:ext cx="2286000" cy="274320"/>
          </a:xfrm>
          <a:prstGeom prst="roundRect">
            <a:avLst>
              <a:gd name="adj" fmla="val 33333"/>
            </a:avLst>
          </a:prstGeom>
          <a:solidFill>
            <a:srgbClr val="FF7043"/>
          </a:solidFill>
          <a:ln/>
        </p:spPr>
      </p:sp>
      <p:sp>
        <p:nvSpPr>
          <p:cNvPr id="17" name="Text 15"/>
          <p:cNvSpPr/>
          <p:nvPr/>
        </p:nvSpPr>
        <p:spPr>
          <a:xfrm>
            <a:off x="1097280" y="3749040"/>
            <a:ext cx="2286000" cy="274320"/>
          </a:xfrm>
          <a:prstGeom prst="rect">
            <a:avLst/>
          </a:prstGeom>
          <a:noFill/>
          <a:ln/>
        </p:spPr>
        <p:txBody>
          <a:bodyPr wrap="square" lIns="0" tIns="0" rIns="0" bIns="0" rtlCol="0" anchor="ctr"/>
          <a:lstStyle/>
          <a:p>
            <a:pPr marL="0" indent="0" algn="ctr">
              <a:buNone/>
            </a:pPr>
            <a:r>
              <a:rPr lang="en-US" sz="1000" b="1" dirty="0">
                <a:solidFill>
                  <a:srgbClr val="FFFFFF"/>
                </a:solidFill>
                <a:latin typeface="Meiryo" pitchFamily="34" charset="0"/>
                <a:ea typeface="Meiryo" pitchFamily="34" charset="-122"/>
                <a:cs typeface="Meiryo" pitchFamily="34" charset="-120"/>
              </a:rPr>
              <a:t>🔑 ログイン</a:t>
            </a:r>
            <a:endParaRPr lang="en-US" sz="1000" dirty="0"/>
          </a:p>
        </p:txBody>
      </p:sp>
      <p:sp>
        <p:nvSpPr>
          <p:cNvPr id="18" name="Shape 16"/>
          <p:cNvSpPr/>
          <p:nvPr/>
        </p:nvSpPr>
        <p:spPr>
          <a:xfrm>
            <a:off x="1115568" y="4078224"/>
            <a:ext cx="1828800" cy="256032"/>
          </a:xfrm>
          <a:prstGeom prst="roundRect">
            <a:avLst>
              <a:gd name="adj" fmla="val 35714"/>
            </a:avLst>
          </a:prstGeom>
          <a:solidFill>
            <a:srgbClr val="1565C0"/>
          </a:solidFill>
          <a:ln/>
        </p:spPr>
      </p:sp>
      <p:sp>
        <p:nvSpPr>
          <p:cNvPr id="19" name="Text 17"/>
          <p:cNvSpPr/>
          <p:nvPr/>
        </p:nvSpPr>
        <p:spPr>
          <a:xfrm>
            <a:off x="1115568" y="4078224"/>
            <a:ext cx="1828800" cy="256032"/>
          </a:xfrm>
          <a:prstGeom prst="rect">
            <a:avLst/>
          </a:prstGeom>
          <a:noFill/>
          <a:ln/>
        </p:spPr>
        <p:txBody>
          <a:bodyPr wrap="square" lIns="0" tIns="0" rIns="0" bIns="0" rtlCol="0" anchor="ctr"/>
          <a:lstStyle/>
          <a:p>
            <a:pPr marL="0" indent="0" algn="ctr">
              <a:buNone/>
            </a:pPr>
            <a:r>
              <a:rPr lang="en-US" sz="950" b="1" dirty="0">
                <a:solidFill>
                  <a:srgbClr val="FFFFFF"/>
                </a:solidFill>
                <a:latin typeface="Meiryo" pitchFamily="34" charset="0"/>
                <a:ea typeface="Meiryo" pitchFamily="34" charset="-122"/>
                <a:cs typeface="Meiryo" pitchFamily="34" charset="-120"/>
              </a:rPr>
              <a:t>🔧 管理者ページ</a:t>
            </a:r>
            <a:endParaRPr lang="en-US" sz="950" dirty="0"/>
          </a:p>
        </p:txBody>
      </p:sp>
      <p:sp>
        <p:nvSpPr>
          <p:cNvPr id="20" name="Text 18"/>
          <p:cNvSpPr/>
          <p:nvPr/>
        </p:nvSpPr>
        <p:spPr>
          <a:xfrm>
            <a:off x="3008376" y="4096512"/>
            <a:ext cx="876290" cy="219456"/>
          </a:xfrm>
          <a:prstGeom prst="rect">
            <a:avLst/>
          </a:prstGeom>
          <a:noFill/>
          <a:ln/>
        </p:spPr>
        <p:txBody>
          <a:bodyPr wrap="square" lIns="0" tIns="0" rIns="0" bIns="0" rtlCol="0" anchor="ctr"/>
          <a:lstStyle/>
          <a:p>
            <a:pPr marL="0" indent="0">
              <a:buNone/>
            </a:pPr>
            <a:r>
              <a:rPr lang="en-US" sz="1000" b="1" i="1" dirty="0">
                <a:solidFill>
                  <a:srgbClr val="1565C0"/>
                </a:solidFill>
                <a:latin typeface="Meiryo" pitchFamily="34" charset="0"/>
                <a:ea typeface="Meiryo" pitchFamily="34" charset="-122"/>
                <a:cs typeface="Meiryo" pitchFamily="34" charset="-120"/>
              </a:rPr>
              <a:t>← このボタン</a:t>
            </a:r>
            <a:endParaRPr lang="en-US" sz="1000" dirty="0"/>
          </a:p>
        </p:txBody>
      </p:sp>
      <p:sp>
        <p:nvSpPr>
          <p:cNvPr id="21" name="Shape 19"/>
          <p:cNvSpPr/>
          <p:nvPr/>
        </p:nvSpPr>
        <p:spPr>
          <a:xfrm>
            <a:off x="5120640" y="1042416"/>
            <a:ext cx="3703320" cy="3493008"/>
          </a:xfrm>
          <a:prstGeom prst="roundRect">
            <a:avLst>
              <a:gd name="adj" fmla="val 1546"/>
            </a:avLst>
          </a:prstGeom>
          <a:solidFill>
            <a:srgbClr val="FFFFFF"/>
          </a:solidFill>
          <a:ln w="12700">
            <a:solidFill>
              <a:srgbClr val="BDBDBD"/>
            </a:solidFill>
            <a:prstDash val="solid"/>
          </a:ln>
        </p:spPr>
      </p:sp>
      <p:sp>
        <p:nvSpPr>
          <p:cNvPr id="22" name="Shape 20"/>
          <p:cNvSpPr/>
          <p:nvPr/>
        </p:nvSpPr>
        <p:spPr>
          <a:xfrm>
            <a:off x="5120640" y="1042416"/>
            <a:ext cx="3703320" cy="237744"/>
          </a:xfrm>
          <a:prstGeom prst="rect">
            <a:avLst/>
          </a:prstGeom>
          <a:solidFill>
            <a:srgbClr val="F5F5F5"/>
          </a:solidFill>
          <a:ln w="6350">
            <a:solidFill>
              <a:srgbClr val="BDBDBD"/>
            </a:solidFill>
            <a:prstDash val="solid"/>
          </a:ln>
        </p:spPr>
      </p:sp>
      <p:sp>
        <p:nvSpPr>
          <p:cNvPr id="23" name="Shape 21"/>
          <p:cNvSpPr/>
          <p:nvPr/>
        </p:nvSpPr>
        <p:spPr>
          <a:xfrm>
            <a:off x="5202936" y="1124712"/>
            <a:ext cx="91440" cy="91440"/>
          </a:xfrm>
          <a:prstGeom prst="ellipse">
            <a:avLst/>
          </a:prstGeom>
          <a:solidFill>
            <a:srgbClr val="E53935"/>
          </a:solidFill>
          <a:ln/>
        </p:spPr>
      </p:sp>
      <p:sp>
        <p:nvSpPr>
          <p:cNvPr id="24" name="Shape 22"/>
          <p:cNvSpPr/>
          <p:nvPr/>
        </p:nvSpPr>
        <p:spPr>
          <a:xfrm>
            <a:off x="5321808" y="1124712"/>
            <a:ext cx="91440" cy="91440"/>
          </a:xfrm>
          <a:prstGeom prst="ellipse">
            <a:avLst/>
          </a:prstGeom>
          <a:solidFill>
            <a:srgbClr val="FDD835"/>
          </a:solidFill>
          <a:ln/>
        </p:spPr>
      </p:sp>
      <p:sp>
        <p:nvSpPr>
          <p:cNvPr id="25" name="Shape 23"/>
          <p:cNvSpPr/>
          <p:nvPr/>
        </p:nvSpPr>
        <p:spPr>
          <a:xfrm>
            <a:off x="5440680" y="1124712"/>
            <a:ext cx="91440" cy="91440"/>
          </a:xfrm>
          <a:prstGeom prst="ellipse">
            <a:avLst/>
          </a:prstGeom>
          <a:solidFill>
            <a:srgbClr val="43A047"/>
          </a:solidFill>
          <a:ln/>
        </p:spPr>
      </p:sp>
      <p:sp>
        <p:nvSpPr>
          <p:cNvPr id="26" name="Shape 24"/>
          <p:cNvSpPr/>
          <p:nvPr/>
        </p:nvSpPr>
        <p:spPr>
          <a:xfrm>
            <a:off x="5559552" y="1097280"/>
            <a:ext cx="3191256" cy="137160"/>
          </a:xfrm>
          <a:prstGeom prst="roundRect">
            <a:avLst>
              <a:gd name="adj" fmla="val 20000"/>
            </a:avLst>
          </a:prstGeom>
          <a:solidFill>
            <a:srgbClr val="FFFFFF"/>
          </a:solidFill>
          <a:ln w="6350">
            <a:solidFill>
              <a:srgbClr val="DDDDDD"/>
            </a:solidFill>
            <a:prstDash val="solid"/>
          </a:ln>
        </p:spPr>
      </p:sp>
      <p:sp>
        <p:nvSpPr>
          <p:cNvPr id="27" name="Text 25"/>
          <p:cNvSpPr/>
          <p:nvPr/>
        </p:nvSpPr>
        <p:spPr>
          <a:xfrm>
            <a:off x="5596128" y="1097280"/>
            <a:ext cx="3118104" cy="137160"/>
          </a:xfrm>
          <a:prstGeom prst="rect">
            <a:avLst/>
          </a:prstGeom>
          <a:noFill/>
          <a:ln/>
        </p:spPr>
        <p:txBody>
          <a:bodyPr wrap="square" lIns="0" tIns="0" rIns="0" bIns="0" rtlCol="0" anchor="ctr"/>
          <a:lstStyle/>
          <a:p>
            <a:pPr marL="0" indent="0">
              <a:buNone/>
            </a:pPr>
            <a:r>
              <a:rPr lang="en-US" sz="650" dirty="0">
                <a:solidFill>
                  <a:srgbClr val="78909C"/>
                </a:solidFill>
                <a:latin typeface="Courier New" pitchFamily="34" charset="0"/>
                <a:ea typeface="Courier New" pitchFamily="34" charset="-122"/>
                <a:cs typeface="Courier New" pitchFamily="34" charset="-120"/>
              </a:rPr>
              <a:t>…/exec?page=admin</a:t>
            </a:r>
            <a:endParaRPr lang="en-US" sz="650" dirty="0"/>
          </a:p>
        </p:txBody>
      </p:sp>
      <p:sp>
        <p:nvSpPr>
          <p:cNvPr id="28" name="Shape 26"/>
          <p:cNvSpPr/>
          <p:nvPr/>
        </p:nvSpPr>
        <p:spPr>
          <a:xfrm>
            <a:off x="5120640" y="1280160"/>
            <a:ext cx="3703320" cy="3255264"/>
          </a:xfrm>
          <a:prstGeom prst="rect">
            <a:avLst/>
          </a:prstGeom>
          <a:solidFill>
            <a:srgbClr val="0D47A1"/>
          </a:solidFill>
          <a:ln/>
        </p:spPr>
      </p:sp>
      <p:sp>
        <p:nvSpPr>
          <p:cNvPr id="29" name="Shape 27"/>
          <p:cNvSpPr/>
          <p:nvPr/>
        </p:nvSpPr>
        <p:spPr>
          <a:xfrm>
            <a:off x="5486400" y="1444752"/>
            <a:ext cx="2926080" cy="2877581"/>
          </a:xfrm>
          <a:prstGeom prst="roundRect">
            <a:avLst>
              <a:gd name="adj" fmla="val 3125"/>
            </a:avLst>
          </a:prstGeom>
          <a:solidFill>
            <a:srgbClr val="FFFFFF"/>
          </a:solidFill>
          <a:ln w="19050">
            <a:solidFill>
              <a:srgbClr val="BDBDBD"/>
            </a:solidFill>
            <a:prstDash val="solid"/>
          </a:ln>
        </p:spPr>
      </p:sp>
      <p:sp>
        <p:nvSpPr>
          <p:cNvPr id="30" name="Text 28"/>
          <p:cNvSpPr/>
          <p:nvPr/>
        </p:nvSpPr>
        <p:spPr>
          <a:xfrm>
            <a:off x="5632704" y="1517904"/>
            <a:ext cx="2633472" cy="274320"/>
          </a:xfrm>
          <a:prstGeom prst="rect">
            <a:avLst/>
          </a:prstGeom>
          <a:noFill/>
          <a:ln/>
        </p:spPr>
        <p:txBody>
          <a:bodyPr wrap="square" lIns="0" tIns="0" rIns="0" bIns="0" rtlCol="0" anchor="ctr"/>
          <a:lstStyle/>
          <a:p>
            <a:pPr marL="0" indent="0" algn="ctr">
              <a:buNone/>
            </a:pPr>
            <a:r>
              <a:rPr lang="en-US" sz="1100" b="1" dirty="0">
                <a:solidFill>
                  <a:srgbClr val="3E2723"/>
                </a:solidFill>
                <a:latin typeface="Meiryo" pitchFamily="34" charset="0"/>
                <a:ea typeface="Meiryo" pitchFamily="34" charset="-122"/>
                <a:cs typeface="Meiryo" pitchFamily="34" charset="-120"/>
              </a:rPr>
              <a:t>📚 実践の本棚</a:t>
            </a:r>
            <a:endParaRPr lang="en-US" sz="1100" dirty="0"/>
          </a:p>
        </p:txBody>
      </p:sp>
      <p:sp>
        <p:nvSpPr>
          <p:cNvPr id="31" name="Text 29"/>
          <p:cNvSpPr/>
          <p:nvPr/>
        </p:nvSpPr>
        <p:spPr>
          <a:xfrm>
            <a:off x="5632704" y="1810512"/>
            <a:ext cx="2633472" cy="237744"/>
          </a:xfrm>
          <a:prstGeom prst="rect">
            <a:avLst/>
          </a:prstGeom>
          <a:noFill/>
          <a:ln/>
        </p:spPr>
        <p:txBody>
          <a:bodyPr wrap="square" lIns="0" tIns="0" rIns="0" bIns="0" rtlCol="0" anchor="ctr"/>
          <a:lstStyle/>
          <a:p>
            <a:pPr marL="0" indent="0" algn="ctr">
              <a:buNone/>
            </a:pPr>
            <a:r>
              <a:rPr lang="en-US" sz="950" dirty="0">
                <a:solidFill>
                  <a:srgbClr val="78909C"/>
                </a:solidFill>
                <a:latin typeface="Meiryo" pitchFamily="34" charset="0"/>
                <a:ea typeface="Meiryo" pitchFamily="34" charset="-122"/>
                <a:cs typeface="Meiryo" pitchFamily="34" charset="-120"/>
              </a:rPr>
              <a:t>管理者ログイン</a:t>
            </a:r>
            <a:endParaRPr lang="en-US" sz="950" dirty="0"/>
          </a:p>
        </p:txBody>
      </p:sp>
      <p:sp>
        <p:nvSpPr>
          <p:cNvPr id="32" name="Shape 30"/>
          <p:cNvSpPr/>
          <p:nvPr/>
        </p:nvSpPr>
        <p:spPr>
          <a:xfrm>
            <a:off x="5623560" y="2084832"/>
            <a:ext cx="2651760" cy="256032"/>
          </a:xfrm>
          <a:prstGeom prst="roundRect">
            <a:avLst>
              <a:gd name="adj" fmla="val 17857"/>
            </a:avLst>
          </a:prstGeom>
          <a:solidFill>
            <a:srgbClr val="FFFFFF"/>
          </a:solidFill>
          <a:ln w="6350">
            <a:solidFill>
              <a:srgbClr val="CCCCCC"/>
            </a:solidFill>
            <a:prstDash val="solid"/>
          </a:ln>
        </p:spPr>
      </p:sp>
      <p:sp>
        <p:nvSpPr>
          <p:cNvPr id="33" name="Text 31"/>
          <p:cNvSpPr/>
          <p:nvPr/>
        </p:nvSpPr>
        <p:spPr>
          <a:xfrm>
            <a:off x="5715000" y="2084832"/>
            <a:ext cx="2468880" cy="256032"/>
          </a:xfrm>
          <a:prstGeom prst="rect">
            <a:avLst/>
          </a:prstGeom>
          <a:noFill/>
          <a:ln/>
        </p:spPr>
        <p:txBody>
          <a:bodyPr wrap="square" lIns="0" tIns="0" rIns="0" bIns="0" rtlCol="0" anchor="ctr"/>
          <a:lstStyle/>
          <a:p>
            <a:pPr marL="0" indent="0">
              <a:buNone/>
            </a:pPr>
            <a:r>
              <a:rPr lang="en-US" sz="950" dirty="0">
                <a:solidFill>
                  <a:srgbClr val="3E2723"/>
                </a:solidFill>
                <a:latin typeface="Meiryo" pitchFamily="34" charset="0"/>
                <a:ea typeface="Meiryo" pitchFamily="34" charset="-122"/>
                <a:cs typeface="Meiryo" pitchFamily="34" charset="-120"/>
              </a:rPr>
              <a:t>山田　花子　▼</a:t>
            </a:r>
            <a:endParaRPr lang="en-US" sz="950" dirty="0"/>
          </a:p>
        </p:txBody>
      </p:sp>
      <p:sp>
        <p:nvSpPr>
          <p:cNvPr id="34" name="Shape 32"/>
          <p:cNvSpPr/>
          <p:nvPr/>
        </p:nvSpPr>
        <p:spPr>
          <a:xfrm>
            <a:off x="5852160" y="2395728"/>
            <a:ext cx="1371600" cy="274320"/>
          </a:xfrm>
          <a:prstGeom prst="roundRect">
            <a:avLst>
              <a:gd name="adj" fmla="val 16667"/>
            </a:avLst>
          </a:prstGeom>
          <a:solidFill>
            <a:srgbClr val="ECEFF1"/>
          </a:solidFill>
          <a:ln w="6350">
            <a:solidFill>
              <a:srgbClr val="CCCCCC"/>
            </a:solidFill>
            <a:prstDash val="solid"/>
          </a:ln>
        </p:spPr>
      </p:sp>
      <p:sp>
        <p:nvSpPr>
          <p:cNvPr id="35" name="Text 33"/>
          <p:cNvSpPr/>
          <p:nvPr/>
        </p:nvSpPr>
        <p:spPr>
          <a:xfrm>
            <a:off x="5852160" y="2395728"/>
            <a:ext cx="1371600" cy="274320"/>
          </a:xfrm>
          <a:prstGeom prst="rect">
            <a:avLst/>
          </a:prstGeom>
          <a:noFill/>
          <a:ln/>
        </p:spPr>
        <p:txBody>
          <a:bodyPr wrap="square" lIns="0" tIns="0" rIns="0" bIns="0" rtlCol="0" anchor="ctr"/>
          <a:lstStyle/>
          <a:p>
            <a:pPr marL="0" indent="0" algn="ctr">
              <a:buNone/>
            </a:pPr>
            <a:r>
              <a:rPr lang="en-US" sz="1200" b="1" dirty="0">
                <a:solidFill>
                  <a:srgbClr val="3E2723"/>
                </a:solidFill>
                <a:latin typeface="Meiryo" pitchFamily="34" charset="0"/>
                <a:ea typeface="Meiryo" pitchFamily="34" charset="-122"/>
                <a:cs typeface="Meiryo" pitchFamily="34" charset="-120"/>
              </a:rPr>
              <a:t>●  ●  ●  ●</a:t>
            </a:r>
            <a:endParaRPr lang="en-US" sz="1200" dirty="0"/>
          </a:p>
        </p:txBody>
      </p:sp>
      <p:sp>
        <p:nvSpPr>
          <p:cNvPr id="36" name="Shape 34"/>
          <p:cNvSpPr/>
          <p:nvPr/>
        </p:nvSpPr>
        <p:spPr>
          <a:xfrm>
            <a:off x="5669280" y="2724912"/>
            <a:ext cx="237012" cy="237012"/>
          </a:xfrm>
          <a:prstGeom prst="ellipse">
            <a:avLst/>
          </a:prstGeom>
          <a:solidFill>
            <a:srgbClr val="E3F2FD"/>
          </a:solidFill>
          <a:ln/>
        </p:spPr>
      </p:sp>
      <p:sp>
        <p:nvSpPr>
          <p:cNvPr id="37" name="Text 35"/>
          <p:cNvSpPr/>
          <p:nvPr/>
        </p:nvSpPr>
        <p:spPr>
          <a:xfrm>
            <a:off x="5669280" y="2724912"/>
            <a:ext cx="237012" cy="237012"/>
          </a:xfrm>
          <a:prstGeom prst="rect">
            <a:avLst/>
          </a:prstGeom>
          <a:noFill/>
          <a:ln/>
        </p:spPr>
        <p:txBody>
          <a:bodyPr wrap="square" lIns="0" tIns="0" rIns="0" bIns="0" rtlCol="0" anchor="ctr"/>
          <a:lstStyle/>
          <a:p>
            <a:pPr marL="0" indent="0" algn="ctr">
              <a:buNone/>
            </a:pPr>
            <a:r>
              <a:rPr lang="en-US" sz="900" b="1" dirty="0">
                <a:solidFill>
                  <a:srgbClr val="0D47A1"/>
                </a:solidFill>
                <a:latin typeface="Meiryo" pitchFamily="34" charset="0"/>
                <a:ea typeface="Meiryo" pitchFamily="34" charset="-122"/>
                <a:cs typeface="Meiryo" pitchFamily="34" charset="-120"/>
              </a:rPr>
              <a:t>1</a:t>
            </a:r>
            <a:endParaRPr lang="en-US" sz="900" dirty="0"/>
          </a:p>
        </p:txBody>
      </p:sp>
      <p:sp>
        <p:nvSpPr>
          <p:cNvPr id="38" name="Shape 36"/>
          <p:cNvSpPr/>
          <p:nvPr/>
        </p:nvSpPr>
        <p:spPr>
          <a:xfrm>
            <a:off x="5958962" y="2724912"/>
            <a:ext cx="237012" cy="237012"/>
          </a:xfrm>
          <a:prstGeom prst="ellipse">
            <a:avLst/>
          </a:prstGeom>
          <a:solidFill>
            <a:srgbClr val="E3F2FD"/>
          </a:solidFill>
          <a:ln/>
        </p:spPr>
      </p:sp>
      <p:sp>
        <p:nvSpPr>
          <p:cNvPr id="39" name="Text 37"/>
          <p:cNvSpPr/>
          <p:nvPr/>
        </p:nvSpPr>
        <p:spPr>
          <a:xfrm>
            <a:off x="5958962" y="2724912"/>
            <a:ext cx="237012" cy="237012"/>
          </a:xfrm>
          <a:prstGeom prst="rect">
            <a:avLst/>
          </a:prstGeom>
          <a:noFill/>
          <a:ln/>
        </p:spPr>
        <p:txBody>
          <a:bodyPr wrap="square" lIns="0" tIns="0" rIns="0" bIns="0" rtlCol="0" anchor="ctr"/>
          <a:lstStyle/>
          <a:p>
            <a:pPr marL="0" indent="0" algn="ctr">
              <a:buNone/>
            </a:pPr>
            <a:r>
              <a:rPr lang="en-US" sz="900" b="1" dirty="0">
                <a:solidFill>
                  <a:srgbClr val="0D47A1"/>
                </a:solidFill>
                <a:latin typeface="Meiryo" pitchFamily="34" charset="0"/>
                <a:ea typeface="Meiryo" pitchFamily="34" charset="-122"/>
                <a:cs typeface="Meiryo" pitchFamily="34" charset="-120"/>
              </a:rPr>
              <a:t>2</a:t>
            </a:r>
            <a:endParaRPr lang="en-US" sz="900" dirty="0"/>
          </a:p>
        </p:txBody>
      </p:sp>
      <p:sp>
        <p:nvSpPr>
          <p:cNvPr id="40" name="Shape 38"/>
          <p:cNvSpPr/>
          <p:nvPr/>
        </p:nvSpPr>
        <p:spPr>
          <a:xfrm>
            <a:off x="6248644" y="2724912"/>
            <a:ext cx="237012" cy="237012"/>
          </a:xfrm>
          <a:prstGeom prst="ellipse">
            <a:avLst/>
          </a:prstGeom>
          <a:solidFill>
            <a:srgbClr val="E3F2FD"/>
          </a:solidFill>
          <a:ln/>
        </p:spPr>
      </p:sp>
      <p:sp>
        <p:nvSpPr>
          <p:cNvPr id="41" name="Text 39"/>
          <p:cNvSpPr/>
          <p:nvPr/>
        </p:nvSpPr>
        <p:spPr>
          <a:xfrm>
            <a:off x="6248644" y="2724912"/>
            <a:ext cx="237012" cy="237012"/>
          </a:xfrm>
          <a:prstGeom prst="rect">
            <a:avLst/>
          </a:prstGeom>
          <a:noFill/>
          <a:ln/>
        </p:spPr>
        <p:txBody>
          <a:bodyPr wrap="square" lIns="0" tIns="0" rIns="0" bIns="0" rtlCol="0" anchor="ctr"/>
          <a:lstStyle/>
          <a:p>
            <a:pPr marL="0" indent="0" algn="ctr">
              <a:buNone/>
            </a:pPr>
            <a:r>
              <a:rPr lang="en-US" sz="900" b="1" dirty="0">
                <a:solidFill>
                  <a:srgbClr val="0D47A1"/>
                </a:solidFill>
                <a:latin typeface="Meiryo" pitchFamily="34" charset="0"/>
                <a:ea typeface="Meiryo" pitchFamily="34" charset="-122"/>
                <a:cs typeface="Meiryo" pitchFamily="34" charset="-120"/>
              </a:rPr>
              <a:t>3</a:t>
            </a:r>
            <a:endParaRPr lang="en-US" sz="900" dirty="0"/>
          </a:p>
        </p:txBody>
      </p:sp>
      <p:sp>
        <p:nvSpPr>
          <p:cNvPr id="42" name="Shape 40"/>
          <p:cNvSpPr/>
          <p:nvPr/>
        </p:nvSpPr>
        <p:spPr>
          <a:xfrm>
            <a:off x="5669280" y="3014594"/>
            <a:ext cx="237012" cy="237012"/>
          </a:xfrm>
          <a:prstGeom prst="ellipse">
            <a:avLst/>
          </a:prstGeom>
          <a:solidFill>
            <a:srgbClr val="E3F2FD"/>
          </a:solidFill>
          <a:ln/>
        </p:spPr>
      </p:sp>
      <p:sp>
        <p:nvSpPr>
          <p:cNvPr id="43" name="Text 41"/>
          <p:cNvSpPr/>
          <p:nvPr/>
        </p:nvSpPr>
        <p:spPr>
          <a:xfrm>
            <a:off x="5669280" y="3014594"/>
            <a:ext cx="237012" cy="237012"/>
          </a:xfrm>
          <a:prstGeom prst="rect">
            <a:avLst/>
          </a:prstGeom>
          <a:noFill/>
          <a:ln/>
        </p:spPr>
        <p:txBody>
          <a:bodyPr wrap="square" lIns="0" tIns="0" rIns="0" bIns="0" rtlCol="0" anchor="ctr"/>
          <a:lstStyle/>
          <a:p>
            <a:pPr marL="0" indent="0" algn="ctr">
              <a:buNone/>
            </a:pPr>
            <a:r>
              <a:rPr lang="en-US" sz="900" b="1" dirty="0">
                <a:solidFill>
                  <a:srgbClr val="0D47A1"/>
                </a:solidFill>
                <a:latin typeface="Meiryo" pitchFamily="34" charset="0"/>
                <a:ea typeface="Meiryo" pitchFamily="34" charset="-122"/>
                <a:cs typeface="Meiryo" pitchFamily="34" charset="-120"/>
              </a:rPr>
              <a:t>4</a:t>
            </a:r>
            <a:endParaRPr lang="en-US" sz="900" dirty="0"/>
          </a:p>
        </p:txBody>
      </p:sp>
      <p:sp>
        <p:nvSpPr>
          <p:cNvPr id="44" name="Shape 42"/>
          <p:cNvSpPr/>
          <p:nvPr/>
        </p:nvSpPr>
        <p:spPr>
          <a:xfrm>
            <a:off x="5958962" y="3014594"/>
            <a:ext cx="237012" cy="237012"/>
          </a:xfrm>
          <a:prstGeom prst="ellipse">
            <a:avLst/>
          </a:prstGeom>
          <a:solidFill>
            <a:srgbClr val="E3F2FD"/>
          </a:solidFill>
          <a:ln/>
        </p:spPr>
      </p:sp>
      <p:sp>
        <p:nvSpPr>
          <p:cNvPr id="45" name="Text 43"/>
          <p:cNvSpPr/>
          <p:nvPr/>
        </p:nvSpPr>
        <p:spPr>
          <a:xfrm>
            <a:off x="5958962" y="3014594"/>
            <a:ext cx="237012" cy="237012"/>
          </a:xfrm>
          <a:prstGeom prst="rect">
            <a:avLst/>
          </a:prstGeom>
          <a:noFill/>
          <a:ln/>
        </p:spPr>
        <p:txBody>
          <a:bodyPr wrap="square" lIns="0" tIns="0" rIns="0" bIns="0" rtlCol="0" anchor="ctr"/>
          <a:lstStyle/>
          <a:p>
            <a:pPr marL="0" indent="0" algn="ctr">
              <a:buNone/>
            </a:pPr>
            <a:r>
              <a:rPr lang="en-US" sz="900" b="1" dirty="0">
                <a:solidFill>
                  <a:srgbClr val="0D47A1"/>
                </a:solidFill>
                <a:latin typeface="Meiryo" pitchFamily="34" charset="0"/>
                <a:ea typeface="Meiryo" pitchFamily="34" charset="-122"/>
                <a:cs typeface="Meiryo" pitchFamily="34" charset="-120"/>
              </a:rPr>
              <a:t>5</a:t>
            </a:r>
            <a:endParaRPr lang="en-US" sz="900" dirty="0"/>
          </a:p>
        </p:txBody>
      </p:sp>
      <p:sp>
        <p:nvSpPr>
          <p:cNvPr id="46" name="Shape 44"/>
          <p:cNvSpPr/>
          <p:nvPr/>
        </p:nvSpPr>
        <p:spPr>
          <a:xfrm>
            <a:off x="6248644" y="3014594"/>
            <a:ext cx="237012" cy="237012"/>
          </a:xfrm>
          <a:prstGeom prst="ellipse">
            <a:avLst/>
          </a:prstGeom>
          <a:solidFill>
            <a:srgbClr val="E3F2FD"/>
          </a:solidFill>
          <a:ln/>
        </p:spPr>
      </p:sp>
      <p:sp>
        <p:nvSpPr>
          <p:cNvPr id="47" name="Text 45"/>
          <p:cNvSpPr/>
          <p:nvPr/>
        </p:nvSpPr>
        <p:spPr>
          <a:xfrm>
            <a:off x="6248644" y="3014594"/>
            <a:ext cx="237012" cy="237012"/>
          </a:xfrm>
          <a:prstGeom prst="rect">
            <a:avLst/>
          </a:prstGeom>
          <a:noFill/>
          <a:ln/>
        </p:spPr>
        <p:txBody>
          <a:bodyPr wrap="square" lIns="0" tIns="0" rIns="0" bIns="0" rtlCol="0" anchor="ctr"/>
          <a:lstStyle/>
          <a:p>
            <a:pPr marL="0" indent="0" algn="ctr">
              <a:buNone/>
            </a:pPr>
            <a:r>
              <a:rPr lang="en-US" sz="900" b="1" dirty="0">
                <a:solidFill>
                  <a:srgbClr val="0D47A1"/>
                </a:solidFill>
                <a:latin typeface="Meiryo" pitchFamily="34" charset="0"/>
                <a:ea typeface="Meiryo" pitchFamily="34" charset="-122"/>
                <a:cs typeface="Meiryo" pitchFamily="34" charset="-120"/>
              </a:rPr>
              <a:t>6</a:t>
            </a:r>
            <a:endParaRPr lang="en-US" sz="900" dirty="0"/>
          </a:p>
        </p:txBody>
      </p:sp>
      <p:sp>
        <p:nvSpPr>
          <p:cNvPr id="48" name="Shape 46"/>
          <p:cNvSpPr/>
          <p:nvPr/>
        </p:nvSpPr>
        <p:spPr>
          <a:xfrm>
            <a:off x="5669280" y="3304276"/>
            <a:ext cx="237012" cy="237012"/>
          </a:xfrm>
          <a:prstGeom prst="ellipse">
            <a:avLst/>
          </a:prstGeom>
          <a:solidFill>
            <a:srgbClr val="E3F2FD"/>
          </a:solidFill>
          <a:ln/>
        </p:spPr>
      </p:sp>
      <p:sp>
        <p:nvSpPr>
          <p:cNvPr id="49" name="Text 47"/>
          <p:cNvSpPr/>
          <p:nvPr/>
        </p:nvSpPr>
        <p:spPr>
          <a:xfrm>
            <a:off x="5669280" y="3304276"/>
            <a:ext cx="237012" cy="237012"/>
          </a:xfrm>
          <a:prstGeom prst="rect">
            <a:avLst/>
          </a:prstGeom>
          <a:noFill/>
          <a:ln/>
        </p:spPr>
        <p:txBody>
          <a:bodyPr wrap="square" lIns="0" tIns="0" rIns="0" bIns="0" rtlCol="0" anchor="ctr"/>
          <a:lstStyle/>
          <a:p>
            <a:pPr marL="0" indent="0" algn="ctr">
              <a:buNone/>
            </a:pPr>
            <a:r>
              <a:rPr lang="en-US" sz="900" b="1" dirty="0">
                <a:solidFill>
                  <a:srgbClr val="0D47A1"/>
                </a:solidFill>
                <a:latin typeface="Meiryo" pitchFamily="34" charset="0"/>
                <a:ea typeface="Meiryo" pitchFamily="34" charset="-122"/>
                <a:cs typeface="Meiryo" pitchFamily="34" charset="-120"/>
              </a:rPr>
              <a:t>7</a:t>
            </a:r>
            <a:endParaRPr lang="en-US" sz="900" dirty="0"/>
          </a:p>
        </p:txBody>
      </p:sp>
      <p:sp>
        <p:nvSpPr>
          <p:cNvPr id="50" name="Shape 48"/>
          <p:cNvSpPr/>
          <p:nvPr/>
        </p:nvSpPr>
        <p:spPr>
          <a:xfrm>
            <a:off x="5958962" y="3304276"/>
            <a:ext cx="237012" cy="237012"/>
          </a:xfrm>
          <a:prstGeom prst="ellipse">
            <a:avLst/>
          </a:prstGeom>
          <a:solidFill>
            <a:srgbClr val="E3F2FD"/>
          </a:solidFill>
          <a:ln/>
        </p:spPr>
      </p:sp>
      <p:sp>
        <p:nvSpPr>
          <p:cNvPr id="51" name="Text 49"/>
          <p:cNvSpPr/>
          <p:nvPr/>
        </p:nvSpPr>
        <p:spPr>
          <a:xfrm>
            <a:off x="5958962" y="3304276"/>
            <a:ext cx="237012" cy="237012"/>
          </a:xfrm>
          <a:prstGeom prst="rect">
            <a:avLst/>
          </a:prstGeom>
          <a:noFill/>
          <a:ln/>
        </p:spPr>
        <p:txBody>
          <a:bodyPr wrap="square" lIns="0" tIns="0" rIns="0" bIns="0" rtlCol="0" anchor="ctr"/>
          <a:lstStyle/>
          <a:p>
            <a:pPr marL="0" indent="0" algn="ctr">
              <a:buNone/>
            </a:pPr>
            <a:r>
              <a:rPr lang="en-US" sz="900" b="1" dirty="0">
                <a:solidFill>
                  <a:srgbClr val="0D47A1"/>
                </a:solidFill>
                <a:latin typeface="Meiryo" pitchFamily="34" charset="0"/>
                <a:ea typeface="Meiryo" pitchFamily="34" charset="-122"/>
                <a:cs typeface="Meiryo" pitchFamily="34" charset="-120"/>
              </a:rPr>
              <a:t>8</a:t>
            </a:r>
            <a:endParaRPr lang="en-US" sz="900" dirty="0"/>
          </a:p>
        </p:txBody>
      </p:sp>
      <p:sp>
        <p:nvSpPr>
          <p:cNvPr id="52" name="Shape 50"/>
          <p:cNvSpPr/>
          <p:nvPr/>
        </p:nvSpPr>
        <p:spPr>
          <a:xfrm>
            <a:off x="6248644" y="3304276"/>
            <a:ext cx="237012" cy="237012"/>
          </a:xfrm>
          <a:prstGeom prst="ellipse">
            <a:avLst/>
          </a:prstGeom>
          <a:solidFill>
            <a:srgbClr val="E3F2FD"/>
          </a:solidFill>
          <a:ln/>
        </p:spPr>
      </p:sp>
      <p:sp>
        <p:nvSpPr>
          <p:cNvPr id="53" name="Text 51"/>
          <p:cNvSpPr/>
          <p:nvPr/>
        </p:nvSpPr>
        <p:spPr>
          <a:xfrm>
            <a:off x="6248644" y="3304276"/>
            <a:ext cx="237012" cy="237012"/>
          </a:xfrm>
          <a:prstGeom prst="rect">
            <a:avLst/>
          </a:prstGeom>
          <a:noFill/>
          <a:ln/>
        </p:spPr>
        <p:txBody>
          <a:bodyPr wrap="square" lIns="0" tIns="0" rIns="0" bIns="0" rtlCol="0" anchor="ctr"/>
          <a:lstStyle/>
          <a:p>
            <a:pPr marL="0" indent="0" algn="ctr">
              <a:buNone/>
            </a:pPr>
            <a:r>
              <a:rPr lang="en-US" sz="900" b="1" dirty="0">
                <a:solidFill>
                  <a:srgbClr val="0D47A1"/>
                </a:solidFill>
                <a:latin typeface="Meiryo" pitchFamily="34" charset="0"/>
                <a:ea typeface="Meiryo" pitchFamily="34" charset="-122"/>
                <a:cs typeface="Meiryo" pitchFamily="34" charset="-120"/>
              </a:rPr>
              <a:t>9</a:t>
            </a:r>
            <a:endParaRPr lang="en-US" sz="900" dirty="0"/>
          </a:p>
        </p:txBody>
      </p:sp>
      <p:sp>
        <p:nvSpPr>
          <p:cNvPr id="54" name="Shape 52"/>
          <p:cNvSpPr/>
          <p:nvPr/>
        </p:nvSpPr>
        <p:spPr>
          <a:xfrm>
            <a:off x="5669280" y="3593958"/>
            <a:ext cx="237012" cy="237012"/>
          </a:xfrm>
          <a:prstGeom prst="ellipse">
            <a:avLst/>
          </a:prstGeom>
          <a:solidFill>
            <a:srgbClr val="FFEBEE"/>
          </a:solidFill>
          <a:ln/>
        </p:spPr>
      </p:sp>
      <p:sp>
        <p:nvSpPr>
          <p:cNvPr id="55" name="Text 53"/>
          <p:cNvSpPr/>
          <p:nvPr/>
        </p:nvSpPr>
        <p:spPr>
          <a:xfrm>
            <a:off x="5669280" y="3593958"/>
            <a:ext cx="237012" cy="237012"/>
          </a:xfrm>
          <a:prstGeom prst="rect">
            <a:avLst/>
          </a:prstGeom>
          <a:noFill/>
          <a:ln/>
        </p:spPr>
        <p:txBody>
          <a:bodyPr wrap="square" lIns="0" tIns="0" rIns="0" bIns="0" rtlCol="0" anchor="ctr"/>
          <a:lstStyle/>
          <a:p>
            <a:pPr marL="0" indent="0" algn="ctr">
              <a:buNone/>
            </a:pPr>
            <a:r>
              <a:rPr lang="en-US" sz="900" b="1" dirty="0">
                <a:solidFill>
                  <a:srgbClr val="C62828"/>
                </a:solidFill>
                <a:latin typeface="Meiryo" pitchFamily="34" charset="0"/>
                <a:ea typeface="Meiryo" pitchFamily="34" charset="-122"/>
                <a:cs typeface="Meiryo" pitchFamily="34" charset="-120"/>
              </a:rPr>
              <a:t>C</a:t>
            </a:r>
            <a:endParaRPr lang="en-US" sz="900" dirty="0"/>
          </a:p>
        </p:txBody>
      </p:sp>
      <p:sp>
        <p:nvSpPr>
          <p:cNvPr id="56" name="Shape 54"/>
          <p:cNvSpPr/>
          <p:nvPr/>
        </p:nvSpPr>
        <p:spPr>
          <a:xfrm>
            <a:off x="5958962" y="3593958"/>
            <a:ext cx="237012" cy="237012"/>
          </a:xfrm>
          <a:prstGeom prst="ellipse">
            <a:avLst/>
          </a:prstGeom>
          <a:solidFill>
            <a:srgbClr val="E3F2FD"/>
          </a:solidFill>
          <a:ln/>
        </p:spPr>
      </p:sp>
      <p:sp>
        <p:nvSpPr>
          <p:cNvPr id="57" name="Text 55"/>
          <p:cNvSpPr/>
          <p:nvPr/>
        </p:nvSpPr>
        <p:spPr>
          <a:xfrm>
            <a:off x="5958962" y="3593958"/>
            <a:ext cx="237012" cy="237012"/>
          </a:xfrm>
          <a:prstGeom prst="rect">
            <a:avLst/>
          </a:prstGeom>
          <a:noFill/>
          <a:ln/>
        </p:spPr>
        <p:txBody>
          <a:bodyPr wrap="square" lIns="0" tIns="0" rIns="0" bIns="0" rtlCol="0" anchor="ctr"/>
          <a:lstStyle/>
          <a:p>
            <a:pPr marL="0" indent="0" algn="ctr">
              <a:buNone/>
            </a:pPr>
            <a:r>
              <a:rPr lang="en-US" sz="900" b="1" dirty="0">
                <a:solidFill>
                  <a:srgbClr val="0D47A1"/>
                </a:solidFill>
                <a:latin typeface="Meiryo" pitchFamily="34" charset="0"/>
                <a:ea typeface="Meiryo" pitchFamily="34" charset="-122"/>
                <a:cs typeface="Meiryo" pitchFamily="34" charset="-120"/>
              </a:rPr>
              <a:t>0</a:t>
            </a:r>
            <a:endParaRPr lang="en-US" sz="900" dirty="0"/>
          </a:p>
        </p:txBody>
      </p:sp>
      <p:sp>
        <p:nvSpPr>
          <p:cNvPr id="58" name="Shape 56"/>
          <p:cNvSpPr/>
          <p:nvPr/>
        </p:nvSpPr>
        <p:spPr>
          <a:xfrm>
            <a:off x="6248644" y="3593958"/>
            <a:ext cx="237012" cy="237012"/>
          </a:xfrm>
          <a:prstGeom prst="ellipse">
            <a:avLst/>
          </a:prstGeom>
          <a:solidFill>
            <a:srgbClr val="E8F5E9"/>
          </a:solidFill>
          <a:ln/>
        </p:spPr>
      </p:sp>
      <p:sp>
        <p:nvSpPr>
          <p:cNvPr id="59" name="Text 57"/>
          <p:cNvSpPr/>
          <p:nvPr/>
        </p:nvSpPr>
        <p:spPr>
          <a:xfrm>
            <a:off x="6248644" y="3593958"/>
            <a:ext cx="237012" cy="237012"/>
          </a:xfrm>
          <a:prstGeom prst="rect">
            <a:avLst/>
          </a:prstGeom>
          <a:noFill/>
          <a:ln/>
        </p:spPr>
        <p:txBody>
          <a:bodyPr wrap="square" lIns="0" tIns="0" rIns="0" bIns="0" rtlCol="0" anchor="ctr"/>
          <a:lstStyle/>
          <a:p>
            <a:pPr marL="0" indent="0" algn="ctr">
              <a:buNone/>
            </a:pPr>
            <a:r>
              <a:rPr lang="en-US" sz="900" b="1" dirty="0">
                <a:solidFill>
                  <a:srgbClr val="2E7D32"/>
                </a:solidFill>
                <a:latin typeface="Meiryo" pitchFamily="34" charset="0"/>
                <a:ea typeface="Meiryo" pitchFamily="34" charset="-122"/>
                <a:cs typeface="Meiryo" pitchFamily="34" charset="-120"/>
              </a:rPr>
              <a:t>OK</a:t>
            </a:r>
            <a:endParaRPr lang="en-US" sz="900" dirty="0"/>
          </a:p>
        </p:txBody>
      </p:sp>
      <p:sp>
        <p:nvSpPr>
          <p:cNvPr id="60" name="Shape 58"/>
          <p:cNvSpPr/>
          <p:nvPr/>
        </p:nvSpPr>
        <p:spPr>
          <a:xfrm>
            <a:off x="320040" y="4599432"/>
            <a:ext cx="8503920" cy="475488"/>
          </a:xfrm>
          <a:prstGeom prst="roundRect">
            <a:avLst>
              <a:gd name="adj" fmla="val 13462"/>
            </a:avLst>
          </a:prstGeom>
          <a:solidFill>
            <a:srgbClr val="E8F5E9"/>
          </a:solidFill>
          <a:ln w="19050">
            <a:solidFill>
              <a:srgbClr val="2E7D32"/>
            </a:solidFill>
            <a:prstDash val="solid"/>
          </a:ln>
        </p:spPr>
      </p:sp>
      <p:sp>
        <p:nvSpPr>
          <p:cNvPr id="61" name="Text 59"/>
          <p:cNvSpPr/>
          <p:nvPr/>
        </p:nvSpPr>
        <p:spPr>
          <a:xfrm>
            <a:off x="429768" y="4681728"/>
            <a:ext cx="8284464" cy="310896"/>
          </a:xfrm>
          <a:prstGeom prst="rect">
            <a:avLst/>
          </a:prstGeom>
          <a:noFill/>
          <a:ln/>
        </p:spPr>
        <p:txBody>
          <a:bodyPr wrap="square" lIns="0" tIns="0" rIns="0" bIns="0" rtlCol="0" anchor="ctr"/>
          <a:lstStyle/>
          <a:p>
            <a:pPr marL="0" indent="0">
              <a:buNone/>
            </a:pPr>
            <a:r>
              <a:rPr lang="en-US" sz="1000" dirty="0">
                <a:solidFill>
                  <a:srgbClr val="2E7D32"/>
                </a:solidFill>
                <a:latin typeface="Meiryo" pitchFamily="34" charset="0"/>
                <a:ea typeface="Meiryo" pitchFamily="34" charset="-122"/>
                <a:cs typeface="Meiryo" pitchFamily="34" charset="-120"/>
              </a:rPr>
              <a:t>💡  初回ログイン時は好きな番号を入力するとパスワードとして登録されます。次回から同じ番号でログインできます。</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FF8E1"/>
          </a:solidFill>
          <a:ln/>
        </p:spPr>
      </p:sp>
      <p:sp>
        <p:nvSpPr>
          <p:cNvPr id="3" name="Shape 1"/>
          <p:cNvSpPr/>
          <p:nvPr/>
        </p:nvSpPr>
        <p:spPr>
          <a:xfrm>
            <a:off x="0" y="0"/>
            <a:ext cx="9144000" cy="566928"/>
          </a:xfrm>
          <a:prstGeom prst="rect">
            <a:avLst/>
          </a:prstGeom>
          <a:solidFill>
            <a:srgbClr val="1565C0"/>
          </a:solidFill>
          <a:ln/>
        </p:spPr>
      </p:sp>
      <p:sp>
        <p:nvSpPr>
          <p:cNvPr id="4" name="Text 2"/>
          <p:cNvSpPr/>
          <p:nvPr/>
        </p:nvSpPr>
        <p:spPr>
          <a:xfrm>
            <a:off x="320040" y="27432"/>
            <a:ext cx="7315200" cy="201168"/>
          </a:xfrm>
          <a:prstGeom prst="rect">
            <a:avLst/>
          </a:prstGeom>
          <a:noFill/>
          <a:ln/>
        </p:spPr>
        <p:txBody>
          <a:bodyPr wrap="square" lIns="0" tIns="0" rIns="0" bIns="0" rtlCol="0" anchor="ctr"/>
          <a:lstStyle/>
          <a:p>
            <a:pPr marL="0" indent="0">
              <a:buNone/>
            </a:pPr>
            <a:r>
              <a:rPr lang="en-US" sz="900" i="1" dirty="0">
                <a:solidFill>
                  <a:srgbClr val="FFFFFF"/>
                </a:solidFill>
                <a:latin typeface="Meiryo" pitchFamily="34" charset="0"/>
                <a:ea typeface="Meiryo" pitchFamily="34" charset="-122"/>
                <a:cs typeface="Meiryo" pitchFamily="34" charset="-120"/>
              </a:rPr>
              <a:t>管理者マニュアル</a:t>
            </a:r>
            <a:endParaRPr lang="en-US" sz="900" dirty="0"/>
          </a:p>
        </p:txBody>
      </p:sp>
      <p:sp>
        <p:nvSpPr>
          <p:cNvPr id="5" name="Text 3"/>
          <p:cNvSpPr/>
          <p:nvPr/>
        </p:nvSpPr>
        <p:spPr>
          <a:xfrm>
            <a:off x="320040" y="219456"/>
            <a:ext cx="8412480" cy="329184"/>
          </a:xfrm>
          <a:prstGeom prst="rect">
            <a:avLst/>
          </a:prstGeom>
          <a:noFill/>
          <a:ln/>
        </p:spPr>
        <p:txBody>
          <a:bodyPr wrap="square" lIns="0" tIns="0" rIns="0" bIns="0" rtlCol="0" anchor="ctr"/>
          <a:lstStyle/>
          <a:p>
            <a:pPr marL="0" indent="0">
              <a:buNone/>
            </a:pPr>
            <a:r>
              <a:rPr lang="en-US" sz="2000" b="1" dirty="0">
                <a:solidFill>
                  <a:srgbClr val="FFFFFF"/>
                </a:solidFill>
                <a:latin typeface="Meiryo" pitchFamily="34" charset="0"/>
                <a:ea typeface="Meiryo" pitchFamily="34" charset="-122"/>
                <a:cs typeface="Meiryo" pitchFamily="34" charset="-120"/>
              </a:rPr>
              <a:t>先生管理タブ  ─  教員の追加・編集・削除</a:t>
            </a:r>
            <a:endParaRPr lang="en-US" sz="2000" dirty="0"/>
          </a:p>
        </p:txBody>
      </p:sp>
      <p:sp>
        <p:nvSpPr>
          <p:cNvPr id="6" name="Text 4"/>
          <p:cNvSpPr/>
          <p:nvPr/>
        </p:nvSpPr>
        <p:spPr>
          <a:xfrm>
            <a:off x="320040" y="694944"/>
            <a:ext cx="8503920" cy="274320"/>
          </a:xfrm>
          <a:prstGeom prst="rect">
            <a:avLst/>
          </a:prstGeom>
          <a:noFill/>
          <a:ln/>
        </p:spPr>
        <p:txBody>
          <a:bodyPr wrap="square" lIns="0" tIns="0" rIns="0" bIns="0" rtlCol="0" anchor="ctr"/>
          <a:lstStyle/>
          <a:p>
            <a:pPr marL="0" indent="0">
              <a:buNone/>
            </a:pPr>
            <a:r>
              <a:rPr lang="en-US" sz="1100" dirty="0">
                <a:solidFill>
                  <a:srgbClr val="3E2723"/>
                </a:solidFill>
                <a:latin typeface="Meiryo" pitchFamily="34" charset="0"/>
                <a:ea typeface="Meiryo" pitchFamily="34" charset="-122"/>
                <a:cs typeface="Meiryo" pitchFamily="34" charset="-120"/>
              </a:rPr>
              <a:t>「先生管理」タブで教員名簿を管理します。先生の追加・編集・削除ができます。</a:t>
            </a:r>
            <a:endParaRPr lang="en-US" sz="1100" dirty="0"/>
          </a:p>
        </p:txBody>
      </p:sp>
      <p:sp>
        <p:nvSpPr>
          <p:cNvPr id="7" name="Shape 5"/>
          <p:cNvSpPr/>
          <p:nvPr/>
        </p:nvSpPr>
        <p:spPr>
          <a:xfrm>
            <a:off x="320040" y="1042416"/>
            <a:ext cx="8503920" cy="3931920"/>
          </a:xfrm>
          <a:prstGeom prst="roundRect">
            <a:avLst>
              <a:gd name="adj" fmla="val 1395"/>
            </a:avLst>
          </a:prstGeom>
          <a:solidFill>
            <a:srgbClr val="FFFFFF"/>
          </a:solidFill>
          <a:ln w="12700">
            <a:solidFill>
              <a:srgbClr val="BDBDBD"/>
            </a:solidFill>
            <a:prstDash val="solid"/>
          </a:ln>
        </p:spPr>
      </p:sp>
      <p:sp>
        <p:nvSpPr>
          <p:cNvPr id="8" name="Shape 6"/>
          <p:cNvSpPr/>
          <p:nvPr/>
        </p:nvSpPr>
        <p:spPr>
          <a:xfrm>
            <a:off x="320040" y="1042416"/>
            <a:ext cx="8503920" cy="237744"/>
          </a:xfrm>
          <a:prstGeom prst="rect">
            <a:avLst/>
          </a:prstGeom>
          <a:solidFill>
            <a:srgbClr val="F5F5F5"/>
          </a:solidFill>
          <a:ln w="6350">
            <a:solidFill>
              <a:srgbClr val="BDBDBD"/>
            </a:solidFill>
            <a:prstDash val="solid"/>
          </a:ln>
        </p:spPr>
      </p:sp>
      <p:sp>
        <p:nvSpPr>
          <p:cNvPr id="9" name="Shape 7"/>
          <p:cNvSpPr/>
          <p:nvPr/>
        </p:nvSpPr>
        <p:spPr>
          <a:xfrm>
            <a:off x="402336" y="1124712"/>
            <a:ext cx="91440" cy="91440"/>
          </a:xfrm>
          <a:prstGeom prst="ellipse">
            <a:avLst/>
          </a:prstGeom>
          <a:solidFill>
            <a:srgbClr val="E53935"/>
          </a:solidFill>
          <a:ln/>
        </p:spPr>
      </p:sp>
      <p:sp>
        <p:nvSpPr>
          <p:cNvPr id="10" name="Shape 8"/>
          <p:cNvSpPr/>
          <p:nvPr/>
        </p:nvSpPr>
        <p:spPr>
          <a:xfrm>
            <a:off x="521208" y="1124712"/>
            <a:ext cx="91440" cy="91440"/>
          </a:xfrm>
          <a:prstGeom prst="ellipse">
            <a:avLst/>
          </a:prstGeom>
          <a:solidFill>
            <a:srgbClr val="FDD835"/>
          </a:solidFill>
          <a:ln/>
        </p:spPr>
      </p:sp>
      <p:sp>
        <p:nvSpPr>
          <p:cNvPr id="11" name="Shape 9"/>
          <p:cNvSpPr/>
          <p:nvPr/>
        </p:nvSpPr>
        <p:spPr>
          <a:xfrm>
            <a:off x="640080" y="1124712"/>
            <a:ext cx="91440" cy="91440"/>
          </a:xfrm>
          <a:prstGeom prst="ellipse">
            <a:avLst/>
          </a:prstGeom>
          <a:solidFill>
            <a:srgbClr val="43A047"/>
          </a:solidFill>
          <a:ln/>
        </p:spPr>
      </p:sp>
      <p:sp>
        <p:nvSpPr>
          <p:cNvPr id="12" name="Shape 10"/>
          <p:cNvSpPr/>
          <p:nvPr/>
        </p:nvSpPr>
        <p:spPr>
          <a:xfrm>
            <a:off x="758952" y="1097280"/>
            <a:ext cx="7991856" cy="137160"/>
          </a:xfrm>
          <a:prstGeom prst="roundRect">
            <a:avLst>
              <a:gd name="adj" fmla="val 20000"/>
            </a:avLst>
          </a:prstGeom>
          <a:solidFill>
            <a:srgbClr val="FFFFFF"/>
          </a:solidFill>
          <a:ln w="6350">
            <a:solidFill>
              <a:srgbClr val="DDDDDD"/>
            </a:solidFill>
            <a:prstDash val="solid"/>
          </a:ln>
        </p:spPr>
      </p:sp>
      <p:sp>
        <p:nvSpPr>
          <p:cNvPr id="13" name="Text 11"/>
          <p:cNvSpPr/>
          <p:nvPr/>
        </p:nvSpPr>
        <p:spPr>
          <a:xfrm>
            <a:off x="795528" y="1097280"/>
            <a:ext cx="7918704" cy="137160"/>
          </a:xfrm>
          <a:prstGeom prst="rect">
            <a:avLst/>
          </a:prstGeom>
          <a:noFill/>
          <a:ln/>
        </p:spPr>
        <p:txBody>
          <a:bodyPr wrap="square" lIns="0" tIns="0" rIns="0" bIns="0" rtlCol="0" anchor="ctr"/>
          <a:lstStyle/>
          <a:p>
            <a:pPr marL="0" indent="0">
              <a:buNone/>
            </a:pPr>
            <a:r>
              <a:rPr lang="en-US" sz="650" dirty="0">
                <a:solidFill>
                  <a:srgbClr val="78909C"/>
                </a:solidFill>
                <a:latin typeface="Courier New" pitchFamily="34" charset="0"/>
                <a:ea typeface="Courier New" pitchFamily="34" charset="-122"/>
                <a:cs typeface="Courier New" pitchFamily="34" charset="-120"/>
              </a:rPr>
              <a:t>…/exec?page=admin</a:t>
            </a:r>
            <a:endParaRPr lang="en-US" sz="650" dirty="0"/>
          </a:p>
        </p:txBody>
      </p:sp>
      <p:sp>
        <p:nvSpPr>
          <p:cNvPr id="14" name="Shape 12"/>
          <p:cNvSpPr/>
          <p:nvPr/>
        </p:nvSpPr>
        <p:spPr>
          <a:xfrm>
            <a:off x="320040" y="1280160"/>
            <a:ext cx="8503920" cy="329184"/>
          </a:xfrm>
          <a:prstGeom prst="rect">
            <a:avLst/>
          </a:prstGeom>
          <a:solidFill>
            <a:srgbClr val="0D47A1"/>
          </a:solidFill>
          <a:ln/>
        </p:spPr>
      </p:sp>
      <p:sp>
        <p:nvSpPr>
          <p:cNvPr id="15" name="Text 13"/>
          <p:cNvSpPr/>
          <p:nvPr/>
        </p:nvSpPr>
        <p:spPr>
          <a:xfrm>
            <a:off x="457200" y="1316736"/>
            <a:ext cx="4114800" cy="256032"/>
          </a:xfrm>
          <a:prstGeom prst="rect">
            <a:avLst/>
          </a:prstGeom>
          <a:noFill/>
          <a:ln/>
        </p:spPr>
        <p:txBody>
          <a:bodyPr wrap="square" lIns="0" tIns="0" rIns="0" bIns="0" rtlCol="0" anchor="ctr"/>
          <a:lstStyle/>
          <a:p>
            <a:pPr marL="0" indent="0">
              <a:buNone/>
            </a:pPr>
            <a:r>
              <a:rPr lang="en-US" sz="1000" b="1" dirty="0">
                <a:solidFill>
                  <a:srgbClr val="FFFFFF"/>
                </a:solidFill>
                <a:latin typeface="Meiryo" pitchFamily="34" charset="0"/>
                <a:ea typeface="Meiryo" pitchFamily="34" charset="-122"/>
                <a:cs typeface="Meiryo" pitchFamily="34" charset="-120"/>
              </a:rPr>
              <a:t>📚 実践の本棚｜管理者</a:t>
            </a:r>
            <a:endParaRPr lang="en-US" sz="1000" dirty="0"/>
          </a:p>
        </p:txBody>
      </p:sp>
      <p:sp>
        <p:nvSpPr>
          <p:cNvPr id="16" name="Shape 14"/>
          <p:cNvSpPr/>
          <p:nvPr/>
        </p:nvSpPr>
        <p:spPr>
          <a:xfrm>
            <a:off x="7909560" y="1335024"/>
            <a:ext cx="777240" cy="219456"/>
          </a:xfrm>
          <a:prstGeom prst="roundRect">
            <a:avLst>
              <a:gd name="adj" fmla="val 25000"/>
            </a:avLst>
          </a:prstGeom>
          <a:solidFill>
            <a:srgbClr val="FFFFFF"/>
          </a:solidFill>
          <a:ln w="12700">
            <a:solidFill>
              <a:srgbClr val="FFFFFF"/>
            </a:solidFill>
            <a:prstDash val="solid"/>
          </a:ln>
        </p:spPr>
      </p:sp>
      <p:sp>
        <p:nvSpPr>
          <p:cNvPr id="17" name="Shape 15"/>
          <p:cNvSpPr/>
          <p:nvPr/>
        </p:nvSpPr>
        <p:spPr>
          <a:xfrm>
            <a:off x="7909560" y="1335024"/>
            <a:ext cx="777240" cy="219456"/>
          </a:xfrm>
          <a:prstGeom prst="roundRect">
            <a:avLst>
              <a:gd name="adj" fmla="val 25000"/>
            </a:avLst>
          </a:prstGeom>
          <a:solidFill>
            <a:srgbClr val="FFFFFF"/>
          </a:solidFill>
          <a:ln/>
        </p:spPr>
      </p:sp>
      <p:sp>
        <p:nvSpPr>
          <p:cNvPr id="18" name="Text 16"/>
          <p:cNvSpPr/>
          <p:nvPr/>
        </p:nvSpPr>
        <p:spPr>
          <a:xfrm>
            <a:off x="7909560" y="1335024"/>
            <a:ext cx="777240" cy="219456"/>
          </a:xfrm>
          <a:prstGeom prst="rect">
            <a:avLst/>
          </a:prstGeom>
          <a:noFill/>
          <a:ln/>
        </p:spPr>
        <p:txBody>
          <a:bodyPr wrap="square" lIns="0" tIns="0" rIns="0" bIns="0" rtlCol="0" anchor="ctr"/>
          <a:lstStyle/>
          <a:p>
            <a:pPr marL="0" indent="0" algn="ctr">
              <a:buNone/>
            </a:pPr>
            <a:r>
              <a:rPr lang="en-US" sz="850" dirty="0">
                <a:solidFill>
                  <a:srgbClr val="0D47A1"/>
                </a:solidFill>
                <a:latin typeface="Meiryo" pitchFamily="34" charset="0"/>
                <a:ea typeface="Meiryo" pitchFamily="34" charset="-122"/>
                <a:cs typeface="Meiryo" pitchFamily="34" charset="-120"/>
              </a:rPr>
              <a:t>ログアウト</a:t>
            </a:r>
            <a:endParaRPr lang="en-US" sz="850" dirty="0"/>
          </a:p>
        </p:txBody>
      </p:sp>
      <p:sp>
        <p:nvSpPr>
          <p:cNvPr id="19" name="Shape 17"/>
          <p:cNvSpPr/>
          <p:nvPr/>
        </p:nvSpPr>
        <p:spPr>
          <a:xfrm>
            <a:off x="320040" y="1609344"/>
            <a:ext cx="8503920" cy="274320"/>
          </a:xfrm>
          <a:prstGeom prst="rect">
            <a:avLst/>
          </a:prstGeom>
          <a:solidFill>
            <a:srgbClr val="1565C0"/>
          </a:solidFill>
          <a:ln/>
        </p:spPr>
      </p:sp>
      <p:sp>
        <p:nvSpPr>
          <p:cNvPr id="20" name="Shape 18"/>
          <p:cNvSpPr/>
          <p:nvPr/>
        </p:nvSpPr>
        <p:spPr>
          <a:xfrm>
            <a:off x="320040" y="1609344"/>
            <a:ext cx="2194560" cy="274320"/>
          </a:xfrm>
          <a:prstGeom prst="roundRect">
            <a:avLst>
              <a:gd name="adj" fmla="val 13333"/>
            </a:avLst>
          </a:prstGeom>
          <a:solidFill>
            <a:srgbClr val="FFFFFF"/>
          </a:solidFill>
          <a:ln w="12700">
            <a:solidFill>
              <a:srgbClr val="FFFFFF"/>
            </a:solidFill>
            <a:prstDash val="solid"/>
          </a:ln>
        </p:spPr>
      </p:sp>
      <p:sp>
        <p:nvSpPr>
          <p:cNvPr id="21" name="Text 19"/>
          <p:cNvSpPr/>
          <p:nvPr/>
        </p:nvSpPr>
        <p:spPr>
          <a:xfrm>
            <a:off x="320040" y="1609344"/>
            <a:ext cx="2194560" cy="274320"/>
          </a:xfrm>
          <a:prstGeom prst="rect">
            <a:avLst/>
          </a:prstGeom>
          <a:noFill/>
          <a:ln/>
        </p:spPr>
        <p:txBody>
          <a:bodyPr wrap="square" lIns="0" tIns="0" rIns="0" bIns="0" rtlCol="0" anchor="ctr"/>
          <a:lstStyle/>
          <a:p>
            <a:pPr marL="0" indent="0" algn="ctr">
              <a:buNone/>
            </a:pPr>
            <a:r>
              <a:rPr lang="en-US" sz="1000" b="1" dirty="0">
                <a:solidFill>
                  <a:srgbClr val="1565C0"/>
                </a:solidFill>
                <a:latin typeface="Meiryo" pitchFamily="34" charset="0"/>
                <a:ea typeface="Meiryo" pitchFamily="34" charset="-122"/>
                <a:cs typeface="Meiryo" pitchFamily="34" charset="-120"/>
              </a:rPr>
              <a:t>👥 先生管理</a:t>
            </a:r>
            <a:endParaRPr lang="en-US" sz="1000" dirty="0"/>
          </a:p>
        </p:txBody>
      </p:sp>
      <p:sp>
        <p:nvSpPr>
          <p:cNvPr id="22" name="Shape 20"/>
          <p:cNvSpPr/>
          <p:nvPr/>
        </p:nvSpPr>
        <p:spPr>
          <a:xfrm>
            <a:off x="320040" y="1883664"/>
            <a:ext cx="2194560" cy="36576"/>
          </a:xfrm>
          <a:prstGeom prst="rect">
            <a:avLst/>
          </a:prstGeom>
          <a:solidFill>
            <a:srgbClr val="1565C0"/>
          </a:solidFill>
          <a:ln/>
        </p:spPr>
      </p:sp>
      <p:sp>
        <p:nvSpPr>
          <p:cNvPr id="23" name="Text 21"/>
          <p:cNvSpPr/>
          <p:nvPr/>
        </p:nvSpPr>
        <p:spPr>
          <a:xfrm>
            <a:off x="2514600" y="1609344"/>
            <a:ext cx="2194560" cy="274320"/>
          </a:xfrm>
          <a:prstGeom prst="rect">
            <a:avLst/>
          </a:prstGeom>
          <a:noFill/>
          <a:ln/>
        </p:spPr>
        <p:txBody>
          <a:bodyPr wrap="square" lIns="0" tIns="0" rIns="0" bIns="0" rtlCol="0" anchor="ctr"/>
          <a:lstStyle/>
          <a:p>
            <a:pPr marL="0" indent="0" algn="ctr">
              <a:buNone/>
            </a:pPr>
            <a:r>
              <a:rPr lang="en-US" sz="1000" dirty="0">
                <a:solidFill>
                  <a:srgbClr val="FFFFFF"/>
                </a:solidFill>
                <a:latin typeface="Meiryo" pitchFamily="34" charset="0"/>
                <a:ea typeface="Meiryo" pitchFamily="34" charset="-122"/>
                <a:cs typeface="Meiryo" pitchFamily="34" charset="-120"/>
              </a:rPr>
              <a:t>📚 書庫管理</a:t>
            </a:r>
            <a:endParaRPr lang="en-US" sz="1000" dirty="0"/>
          </a:p>
        </p:txBody>
      </p:sp>
      <p:sp>
        <p:nvSpPr>
          <p:cNvPr id="24" name="Text 22"/>
          <p:cNvSpPr/>
          <p:nvPr/>
        </p:nvSpPr>
        <p:spPr>
          <a:xfrm>
            <a:off x="4709160" y="1609344"/>
            <a:ext cx="2194560" cy="274320"/>
          </a:xfrm>
          <a:prstGeom prst="rect">
            <a:avLst/>
          </a:prstGeom>
          <a:noFill/>
          <a:ln/>
        </p:spPr>
        <p:txBody>
          <a:bodyPr wrap="square" lIns="0" tIns="0" rIns="0" bIns="0" rtlCol="0" anchor="ctr"/>
          <a:lstStyle/>
          <a:p>
            <a:pPr marL="0" indent="0" algn="ctr">
              <a:buNone/>
            </a:pPr>
            <a:r>
              <a:rPr lang="en-US" sz="1000" dirty="0">
                <a:solidFill>
                  <a:srgbClr val="FFFFFF"/>
                </a:solidFill>
                <a:latin typeface="Meiryo" pitchFamily="34" charset="0"/>
                <a:ea typeface="Meiryo" pitchFamily="34" charset="-122"/>
                <a:cs typeface="Meiryo" pitchFamily="34" charset="-120"/>
              </a:rPr>
              <a:t>📊 統計</a:t>
            </a:r>
            <a:endParaRPr lang="en-US" sz="1000" dirty="0"/>
          </a:p>
        </p:txBody>
      </p:sp>
      <p:sp>
        <p:nvSpPr>
          <p:cNvPr id="25" name="Shape 23"/>
          <p:cNvSpPr/>
          <p:nvPr/>
        </p:nvSpPr>
        <p:spPr>
          <a:xfrm>
            <a:off x="411480" y="1956816"/>
            <a:ext cx="8321040" cy="2615184"/>
          </a:xfrm>
          <a:prstGeom prst="rect">
            <a:avLst/>
          </a:prstGeom>
          <a:solidFill>
            <a:srgbClr val="FFFFFF"/>
          </a:solidFill>
          <a:ln w="12700">
            <a:solidFill>
              <a:srgbClr val="CCCCCC"/>
            </a:solidFill>
            <a:prstDash val="solid"/>
          </a:ln>
        </p:spPr>
      </p:sp>
      <p:sp>
        <p:nvSpPr>
          <p:cNvPr id="26" name="Shape 24"/>
          <p:cNvSpPr/>
          <p:nvPr/>
        </p:nvSpPr>
        <p:spPr>
          <a:xfrm>
            <a:off x="411480" y="1956816"/>
            <a:ext cx="8321040" cy="292608"/>
          </a:xfrm>
          <a:prstGeom prst="rect">
            <a:avLst/>
          </a:prstGeom>
          <a:solidFill>
            <a:srgbClr val="FFFFFF"/>
          </a:solidFill>
          <a:ln w="6350">
            <a:solidFill>
              <a:srgbClr val="EEEEEE"/>
            </a:solidFill>
            <a:prstDash val="solid"/>
          </a:ln>
        </p:spPr>
      </p:sp>
      <p:sp>
        <p:nvSpPr>
          <p:cNvPr id="27" name="Text 25"/>
          <p:cNvSpPr/>
          <p:nvPr/>
        </p:nvSpPr>
        <p:spPr>
          <a:xfrm>
            <a:off x="521208" y="1993392"/>
            <a:ext cx="2743200" cy="219456"/>
          </a:xfrm>
          <a:prstGeom prst="rect">
            <a:avLst/>
          </a:prstGeom>
          <a:noFill/>
          <a:ln/>
        </p:spPr>
        <p:txBody>
          <a:bodyPr wrap="square" lIns="0" tIns="0" rIns="0" bIns="0" rtlCol="0" anchor="ctr"/>
          <a:lstStyle/>
          <a:p>
            <a:pPr marL="0" indent="0">
              <a:buNone/>
            </a:pPr>
            <a:r>
              <a:rPr lang="en-US" sz="1050" b="1" dirty="0">
                <a:solidFill>
                  <a:srgbClr val="3E2723"/>
                </a:solidFill>
                <a:latin typeface="Meiryo" pitchFamily="34" charset="0"/>
                <a:ea typeface="Meiryo" pitchFamily="34" charset="-122"/>
                <a:cs typeface="Meiryo" pitchFamily="34" charset="-120"/>
              </a:rPr>
              <a:t>先生一覧</a:t>
            </a:r>
            <a:endParaRPr lang="en-US" sz="1050" dirty="0"/>
          </a:p>
        </p:txBody>
      </p:sp>
      <p:sp>
        <p:nvSpPr>
          <p:cNvPr id="28" name="Shape 26"/>
          <p:cNvSpPr/>
          <p:nvPr/>
        </p:nvSpPr>
        <p:spPr>
          <a:xfrm>
            <a:off x="6446520" y="1993392"/>
            <a:ext cx="1234440" cy="237744"/>
          </a:xfrm>
          <a:prstGeom prst="roundRect">
            <a:avLst>
              <a:gd name="adj" fmla="val 23077"/>
            </a:avLst>
          </a:prstGeom>
          <a:solidFill>
            <a:srgbClr val="2E7D32"/>
          </a:solidFill>
          <a:ln/>
        </p:spPr>
      </p:sp>
      <p:sp>
        <p:nvSpPr>
          <p:cNvPr id="29" name="Text 27"/>
          <p:cNvSpPr/>
          <p:nvPr/>
        </p:nvSpPr>
        <p:spPr>
          <a:xfrm>
            <a:off x="6446520" y="1993392"/>
            <a:ext cx="1234440" cy="237744"/>
          </a:xfrm>
          <a:prstGeom prst="rect">
            <a:avLst/>
          </a:prstGeom>
          <a:noFill/>
          <a:ln/>
        </p:spPr>
        <p:txBody>
          <a:bodyPr wrap="square" lIns="0" tIns="0" rIns="0" bIns="0" rtlCol="0" anchor="ctr"/>
          <a:lstStyle/>
          <a:p>
            <a:pPr marL="0" indent="0" algn="ctr">
              <a:buNone/>
            </a:pPr>
            <a:r>
              <a:rPr lang="en-US" sz="900" b="1" dirty="0">
                <a:solidFill>
                  <a:srgbClr val="FFFFFF"/>
                </a:solidFill>
                <a:latin typeface="Meiryo" pitchFamily="34" charset="0"/>
                <a:ea typeface="Meiryo" pitchFamily="34" charset="-122"/>
                <a:cs typeface="Meiryo" pitchFamily="34" charset="-120"/>
              </a:rPr>
              <a:t>＋ 先生を追加</a:t>
            </a:r>
            <a:endParaRPr lang="en-US" sz="900" dirty="0"/>
          </a:p>
        </p:txBody>
      </p:sp>
      <p:sp>
        <p:nvSpPr>
          <p:cNvPr id="30" name="Shape 28"/>
          <p:cNvSpPr/>
          <p:nvPr/>
        </p:nvSpPr>
        <p:spPr>
          <a:xfrm>
            <a:off x="7726680" y="1993392"/>
            <a:ext cx="914400" cy="237744"/>
          </a:xfrm>
          <a:prstGeom prst="roundRect">
            <a:avLst>
              <a:gd name="adj" fmla="val 23077"/>
            </a:avLst>
          </a:prstGeom>
          <a:solidFill>
            <a:srgbClr val="C62828"/>
          </a:solidFill>
          <a:ln/>
        </p:spPr>
      </p:sp>
      <p:sp>
        <p:nvSpPr>
          <p:cNvPr id="31" name="Text 29"/>
          <p:cNvSpPr/>
          <p:nvPr/>
        </p:nvSpPr>
        <p:spPr>
          <a:xfrm>
            <a:off x="7726680" y="1993392"/>
            <a:ext cx="914400" cy="237744"/>
          </a:xfrm>
          <a:prstGeom prst="rect">
            <a:avLst/>
          </a:prstGeom>
          <a:noFill/>
          <a:ln/>
        </p:spPr>
        <p:txBody>
          <a:bodyPr wrap="square" lIns="0" tIns="0" rIns="0" bIns="0" rtlCol="0" anchor="ctr"/>
          <a:lstStyle/>
          <a:p>
            <a:pPr marL="0" indent="0" algn="ctr">
              <a:buNone/>
            </a:pPr>
            <a:r>
              <a:rPr lang="en-US" sz="900" b="1" dirty="0">
                <a:solidFill>
                  <a:srgbClr val="FFFFFF"/>
                </a:solidFill>
                <a:latin typeface="Meiryo" pitchFamily="34" charset="0"/>
                <a:ea typeface="Meiryo" pitchFamily="34" charset="-122"/>
                <a:cs typeface="Meiryo" pitchFamily="34" charset="-120"/>
              </a:rPr>
              <a:t>🗑 全員削除</a:t>
            </a:r>
            <a:endParaRPr lang="en-US" sz="900" dirty="0"/>
          </a:p>
        </p:txBody>
      </p:sp>
      <p:sp>
        <p:nvSpPr>
          <p:cNvPr id="32" name="Shape 30"/>
          <p:cNvSpPr/>
          <p:nvPr/>
        </p:nvSpPr>
        <p:spPr>
          <a:xfrm>
            <a:off x="411480" y="2249424"/>
            <a:ext cx="1371600" cy="274320"/>
          </a:xfrm>
          <a:prstGeom prst="rect">
            <a:avLst/>
          </a:prstGeom>
          <a:solidFill>
            <a:srgbClr val="ECEFF1"/>
          </a:solidFill>
          <a:ln w="6350">
            <a:solidFill>
              <a:srgbClr val="BDBDBD"/>
            </a:solidFill>
            <a:prstDash val="solid"/>
          </a:ln>
        </p:spPr>
      </p:sp>
      <p:sp>
        <p:nvSpPr>
          <p:cNvPr id="33" name="Text 31"/>
          <p:cNvSpPr/>
          <p:nvPr/>
        </p:nvSpPr>
        <p:spPr>
          <a:xfrm>
            <a:off x="448056" y="2249424"/>
            <a:ext cx="1298448" cy="274320"/>
          </a:xfrm>
          <a:prstGeom prst="rect">
            <a:avLst/>
          </a:prstGeom>
          <a:noFill/>
          <a:ln/>
        </p:spPr>
        <p:txBody>
          <a:bodyPr wrap="square" lIns="0" tIns="0" rIns="0" bIns="0" rtlCol="0" anchor="ctr"/>
          <a:lstStyle/>
          <a:p>
            <a:pPr marL="0" indent="0">
              <a:buNone/>
            </a:pPr>
            <a:r>
              <a:rPr lang="en-US" sz="850" b="1" dirty="0">
                <a:solidFill>
                  <a:srgbClr val="3E2723"/>
                </a:solidFill>
                <a:latin typeface="Meiryo" pitchFamily="34" charset="0"/>
                <a:ea typeface="Meiryo" pitchFamily="34" charset="-122"/>
                <a:cs typeface="Meiryo" pitchFamily="34" charset="-120"/>
              </a:rPr>
              <a:t>氏名</a:t>
            </a:r>
            <a:endParaRPr lang="en-US" sz="850" dirty="0"/>
          </a:p>
        </p:txBody>
      </p:sp>
      <p:sp>
        <p:nvSpPr>
          <p:cNvPr id="34" name="Shape 32"/>
          <p:cNvSpPr/>
          <p:nvPr/>
        </p:nvSpPr>
        <p:spPr>
          <a:xfrm>
            <a:off x="1783080" y="2249424"/>
            <a:ext cx="868680" cy="274320"/>
          </a:xfrm>
          <a:prstGeom prst="rect">
            <a:avLst/>
          </a:prstGeom>
          <a:solidFill>
            <a:srgbClr val="ECEFF1"/>
          </a:solidFill>
          <a:ln w="6350">
            <a:solidFill>
              <a:srgbClr val="BDBDBD"/>
            </a:solidFill>
            <a:prstDash val="solid"/>
          </a:ln>
        </p:spPr>
      </p:sp>
      <p:sp>
        <p:nvSpPr>
          <p:cNvPr id="35" name="Text 33"/>
          <p:cNvSpPr/>
          <p:nvPr/>
        </p:nvSpPr>
        <p:spPr>
          <a:xfrm>
            <a:off x="1819656" y="2249424"/>
            <a:ext cx="795528" cy="274320"/>
          </a:xfrm>
          <a:prstGeom prst="rect">
            <a:avLst/>
          </a:prstGeom>
          <a:noFill/>
          <a:ln/>
        </p:spPr>
        <p:txBody>
          <a:bodyPr wrap="square" lIns="0" tIns="0" rIns="0" bIns="0" rtlCol="0" anchor="ctr"/>
          <a:lstStyle/>
          <a:p>
            <a:pPr marL="0" indent="0">
              <a:buNone/>
            </a:pPr>
            <a:r>
              <a:rPr lang="en-US" sz="850" b="1" dirty="0">
                <a:solidFill>
                  <a:srgbClr val="3E2723"/>
                </a:solidFill>
                <a:latin typeface="Meiryo" pitchFamily="34" charset="0"/>
                <a:ea typeface="Meiryo" pitchFamily="34" charset="-122"/>
                <a:cs typeface="Meiryo" pitchFamily="34" charset="-120"/>
              </a:rPr>
              <a:t>所属学年</a:t>
            </a:r>
            <a:endParaRPr lang="en-US" sz="850" dirty="0"/>
          </a:p>
        </p:txBody>
      </p:sp>
      <p:sp>
        <p:nvSpPr>
          <p:cNvPr id="36" name="Shape 34"/>
          <p:cNvSpPr/>
          <p:nvPr/>
        </p:nvSpPr>
        <p:spPr>
          <a:xfrm>
            <a:off x="2651760" y="2249424"/>
            <a:ext cx="868680" cy="274320"/>
          </a:xfrm>
          <a:prstGeom prst="rect">
            <a:avLst/>
          </a:prstGeom>
          <a:solidFill>
            <a:srgbClr val="ECEFF1"/>
          </a:solidFill>
          <a:ln w="6350">
            <a:solidFill>
              <a:srgbClr val="BDBDBD"/>
            </a:solidFill>
            <a:prstDash val="solid"/>
          </a:ln>
        </p:spPr>
      </p:sp>
      <p:sp>
        <p:nvSpPr>
          <p:cNvPr id="37" name="Text 35"/>
          <p:cNvSpPr/>
          <p:nvPr/>
        </p:nvSpPr>
        <p:spPr>
          <a:xfrm>
            <a:off x="2688336" y="2249424"/>
            <a:ext cx="795528" cy="274320"/>
          </a:xfrm>
          <a:prstGeom prst="rect">
            <a:avLst/>
          </a:prstGeom>
          <a:noFill/>
          <a:ln/>
        </p:spPr>
        <p:txBody>
          <a:bodyPr wrap="square" lIns="0" tIns="0" rIns="0" bIns="0" rtlCol="0" anchor="ctr"/>
          <a:lstStyle/>
          <a:p>
            <a:pPr marL="0" indent="0">
              <a:buNone/>
            </a:pPr>
            <a:r>
              <a:rPr lang="en-US" sz="850" b="1" dirty="0">
                <a:solidFill>
                  <a:srgbClr val="3E2723"/>
                </a:solidFill>
                <a:latin typeface="Meiryo" pitchFamily="34" charset="0"/>
                <a:ea typeface="Meiryo" pitchFamily="34" charset="-122"/>
                <a:cs typeface="Meiryo" pitchFamily="34" charset="-120"/>
              </a:rPr>
              <a:t>所属学級</a:t>
            </a:r>
            <a:endParaRPr lang="en-US" sz="850" dirty="0"/>
          </a:p>
        </p:txBody>
      </p:sp>
      <p:sp>
        <p:nvSpPr>
          <p:cNvPr id="38" name="Shape 36"/>
          <p:cNvSpPr/>
          <p:nvPr/>
        </p:nvSpPr>
        <p:spPr>
          <a:xfrm>
            <a:off x="3520440" y="2249424"/>
            <a:ext cx="731520" cy="274320"/>
          </a:xfrm>
          <a:prstGeom prst="rect">
            <a:avLst/>
          </a:prstGeom>
          <a:solidFill>
            <a:srgbClr val="ECEFF1"/>
          </a:solidFill>
          <a:ln w="6350">
            <a:solidFill>
              <a:srgbClr val="BDBDBD"/>
            </a:solidFill>
            <a:prstDash val="solid"/>
          </a:ln>
        </p:spPr>
      </p:sp>
      <p:sp>
        <p:nvSpPr>
          <p:cNvPr id="39" name="Text 37"/>
          <p:cNvSpPr/>
          <p:nvPr/>
        </p:nvSpPr>
        <p:spPr>
          <a:xfrm>
            <a:off x="3557016" y="2249424"/>
            <a:ext cx="658368" cy="274320"/>
          </a:xfrm>
          <a:prstGeom prst="rect">
            <a:avLst/>
          </a:prstGeom>
          <a:noFill/>
          <a:ln/>
        </p:spPr>
        <p:txBody>
          <a:bodyPr wrap="square" lIns="0" tIns="0" rIns="0" bIns="0" rtlCol="0" anchor="ctr"/>
          <a:lstStyle/>
          <a:p>
            <a:pPr marL="0" indent="0">
              <a:buNone/>
            </a:pPr>
            <a:r>
              <a:rPr lang="en-US" sz="850" b="1" dirty="0">
                <a:solidFill>
                  <a:srgbClr val="3E2723"/>
                </a:solidFill>
                <a:latin typeface="Meiryo" pitchFamily="34" charset="0"/>
                <a:ea typeface="Meiryo" pitchFamily="34" charset="-122"/>
                <a:cs typeface="Meiryo" pitchFamily="34" charset="-120"/>
              </a:rPr>
              <a:t>専科</a:t>
            </a:r>
            <a:endParaRPr lang="en-US" sz="850" dirty="0"/>
          </a:p>
        </p:txBody>
      </p:sp>
      <p:sp>
        <p:nvSpPr>
          <p:cNvPr id="40" name="Shape 38"/>
          <p:cNvSpPr/>
          <p:nvPr/>
        </p:nvSpPr>
        <p:spPr>
          <a:xfrm>
            <a:off x="4251960" y="2249424"/>
            <a:ext cx="1280160" cy="274320"/>
          </a:xfrm>
          <a:prstGeom prst="rect">
            <a:avLst/>
          </a:prstGeom>
          <a:solidFill>
            <a:srgbClr val="ECEFF1"/>
          </a:solidFill>
          <a:ln w="6350">
            <a:solidFill>
              <a:srgbClr val="BDBDBD"/>
            </a:solidFill>
            <a:prstDash val="solid"/>
          </a:ln>
        </p:spPr>
      </p:sp>
      <p:sp>
        <p:nvSpPr>
          <p:cNvPr id="41" name="Text 39"/>
          <p:cNvSpPr/>
          <p:nvPr/>
        </p:nvSpPr>
        <p:spPr>
          <a:xfrm>
            <a:off x="4288536" y="2249424"/>
            <a:ext cx="1207008" cy="274320"/>
          </a:xfrm>
          <a:prstGeom prst="rect">
            <a:avLst/>
          </a:prstGeom>
          <a:noFill/>
          <a:ln/>
        </p:spPr>
        <p:txBody>
          <a:bodyPr wrap="square" lIns="0" tIns="0" rIns="0" bIns="0" rtlCol="0" anchor="ctr"/>
          <a:lstStyle/>
          <a:p>
            <a:pPr marL="0" indent="0">
              <a:buNone/>
            </a:pPr>
            <a:r>
              <a:rPr lang="en-US" sz="850" b="1" dirty="0">
                <a:solidFill>
                  <a:srgbClr val="3E2723"/>
                </a:solidFill>
                <a:latin typeface="Meiryo" pitchFamily="34" charset="0"/>
                <a:ea typeface="Meiryo" pitchFamily="34" charset="-122"/>
                <a:cs typeface="Meiryo" pitchFamily="34" charset="-120"/>
              </a:rPr>
              <a:t>パスワード</a:t>
            </a:r>
            <a:endParaRPr lang="en-US" sz="850" dirty="0"/>
          </a:p>
        </p:txBody>
      </p:sp>
      <p:sp>
        <p:nvSpPr>
          <p:cNvPr id="42" name="Shape 40"/>
          <p:cNvSpPr/>
          <p:nvPr/>
        </p:nvSpPr>
        <p:spPr>
          <a:xfrm>
            <a:off x="5532120" y="2249424"/>
            <a:ext cx="822960" cy="274320"/>
          </a:xfrm>
          <a:prstGeom prst="rect">
            <a:avLst/>
          </a:prstGeom>
          <a:solidFill>
            <a:srgbClr val="ECEFF1"/>
          </a:solidFill>
          <a:ln w="6350">
            <a:solidFill>
              <a:srgbClr val="BDBDBD"/>
            </a:solidFill>
            <a:prstDash val="solid"/>
          </a:ln>
        </p:spPr>
      </p:sp>
      <p:sp>
        <p:nvSpPr>
          <p:cNvPr id="43" name="Text 41"/>
          <p:cNvSpPr/>
          <p:nvPr/>
        </p:nvSpPr>
        <p:spPr>
          <a:xfrm>
            <a:off x="5568696" y="2249424"/>
            <a:ext cx="749808" cy="274320"/>
          </a:xfrm>
          <a:prstGeom prst="rect">
            <a:avLst/>
          </a:prstGeom>
          <a:noFill/>
          <a:ln/>
        </p:spPr>
        <p:txBody>
          <a:bodyPr wrap="square" lIns="0" tIns="0" rIns="0" bIns="0" rtlCol="0" anchor="ctr"/>
          <a:lstStyle/>
          <a:p>
            <a:pPr marL="0" indent="0">
              <a:buNone/>
            </a:pPr>
            <a:r>
              <a:rPr lang="en-US" sz="850" b="1" dirty="0">
                <a:solidFill>
                  <a:srgbClr val="3E2723"/>
                </a:solidFill>
                <a:latin typeface="Meiryo" pitchFamily="34" charset="0"/>
                <a:ea typeface="Meiryo" pitchFamily="34" charset="-122"/>
                <a:cs typeface="Meiryo" pitchFamily="34" charset="-120"/>
              </a:rPr>
              <a:t>権限</a:t>
            </a:r>
            <a:endParaRPr lang="en-US" sz="850" dirty="0"/>
          </a:p>
        </p:txBody>
      </p:sp>
      <p:sp>
        <p:nvSpPr>
          <p:cNvPr id="44" name="Shape 42"/>
          <p:cNvSpPr/>
          <p:nvPr/>
        </p:nvSpPr>
        <p:spPr>
          <a:xfrm>
            <a:off x="6355080" y="2249424"/>
            <a:ext cx="1481328" cy="274320"/>
          </a:xfrm>
          <a:prstGeom prst="rect">
            <a:avLst/>
          </a:prstGeom>
          <a:solidFill>
            <a:srgbClr val="ECEFF1"/>
          </a:solidFill>
          <a:ln w="6350">
            <a:solidFill>
              <a:srgbClr val="BDBDBD"/>
            </a:solidFill>
            <a:prstDash val="solid"/>
          </a:ln>
        </p:spPr>
      </p:sp>
      <p:sp>
        <p:nvSpPr>
          <p:cNvPr id="45" name="Text 43"/>
          <p:cNvSpPr/>
          <p:nvPr/>
        </p:nvSpPr>
        <p:spPr>
          <a:xfrm>
            <a:off x="6391656" y="2249424"/>
            <a:ext cx="1408176" cy="274320"/>
          </a:xfrm>
          <a:prstGeom prst="rect">
            <a:avLst/>
          </a:prstGeom>
          <a:noFill/>
          <a:ln/>
        </p:spPr>
        <p:txBody>
          <a:bodyPr wrap="square" lIns="0" tIns="0" rIns="0" bIns="0" rtlCol="0" anchor="ctr"/>
          <a:lstStyle/>
          <a:p>
            <a:pPr marL="0" indent="0">
              <a:buNone/>
            </a:pPr>
            <a:r>
              <a:rPr lang="en-US" sz="850" b="1" dirty="0">
                <a:solidFill>
                  <a:srgbClr val="3E2723"/>
                </a:solidFill>
                <a:latin typeface="Meiryo" pitchFamily="34" charset="0"/>
                <a:ea typeface="Meiryo" pitchFamily="34" charset="-122"/>
                <a:cs typeface="Meiryo" pitchFamily="34" charset="-120"/>
              </a:rPr>
              <a:t>操作</a:t>
            </a:r>
            <a:endParaRPr lang="en-US" sz="850" dirty="0"/>
          </a:p>
        </p:txBody>
      </p:sp>
      <p:sp>
        <p:nvSpPr>
          <p:cNvPr id="46" name="Shape 44"/>
          <p:cNvSpPr/>
          <p:nvPr/>
        </p:nvSpPr>
        <p:spPr>
          <a:xfrm>
            <a:off x="411480" y="2523744"/>
            <a:ext cx="1371600" cy="329184"/>
          </a:xfrm>
          <a:prstGeom prst="rect">
            <a:avLst/>
          </a:prstGeom>
          <a:solidFill>
            <a:srgbClr val="FFFFFF"/>
          </a:solidFill>
          <a:ln w="6350">
            <a:solidFill>
              <a:srgbClr val="EEEEEE"/>
            </a:solidFill>
            <a:prstDash val="solid"/>
          </a:ln>
        </p:spPr>
      </p:sp>
      <p:sp>
        <p:nvSpPr>
          <p:cNvPr id="47" name="Text 45"/>
          <p:cNvSpPr/>
          <p:nvPr/>
        </p:nvSpPr>
        <p:spPr>
          <a:xfrm>
            <a:off x="448056" y="2523744"/>
            <a:ext cx="1298448" cy="329184"/>
          </a:xfrm>
          <a:prstGeom prst="rect">
            <a:avLst/>
          </a:prstGeom>
          <a:noFill/>
          <a:ln/>
        </p:spPr>
        <p:txBody>
          <a:bodyPr wrap="square" lIns="0" tIns="0" rIns="0" bIns="0" rtlCol="0" anchor="ctr"/>
          <a:lstStyle/>
          <a:p>
            <a:pPr marL="0" indent="0">
              <a:buNone/>
            </a:pPr>
            <a:r>
              <a:rPr lang="en-US" sz="850" dirty="0">
                <a:solidFill>
                  <a:srgbClr val="3E2723"/>
                </a:solidFill>
                <a:latin typeface="Meiryo" pitchFamily="34" charset="0"/>
                <a:ea typeface="Meiryo" pitchFamily="34" charset="-122"/>
                <a:cs typeface="Meiryo" pitchFamily="34" charset="-120"/>
              </a:rPr>
              <a:t>山田　花子</a:t>
            </a:r>
            <a:endParaRPr lang="en-US" sz="850" dirty="0"/>
          </a:p>
        </p:txBody>
      </p:sp>
      <p:sp>
        <p:nvSpPr>
          <p:cNvPr id="48" name="Shape 46"/>
          <p:cNvSpPr/>
          <p:nvPr/>
        </p:nvSpPr>
        <p:spPr>
          <a:xfrm>
            <a:off x="1783080" y="2523744"/>
            <a:ext cx="868680" cy="329184"/>
          </a:xfrm>
          <a:prstGeom prst="rect">
            <a:avLst/>
          </a:prstGeom>
          <a:solidFill>
            <a:srgbClr val="FFFFFF"/>
          </a:solidFill>
          <a:ln w="6350">
            <a:solidFill>
              <a:srgbClr val="EEEEEE"/>
            </a:solidFill>
            <a:prstDash val="solid"/>
          </a:ln>
        </p:spPr>
      </p:sp>
      <p:sp>
        <p:nvSpPr>
          <p:cNvPr id="49" name="Text 47"/>
          <p:cNvSpPr/>
          <p:nvPr/>
        </p:nvSpPr>
        <p:spPr>
          <a:xfrm>
            <a:off x="1819656" y="2523744"/>
            <a:ext cx="795528" cy="329184"/>
          </a:xfrm>
          <a:prstGeom prst="rect">
            <a:avLst/>
          </a:prstGeom>
          <a:noFill/>
          <a:ln/>
        </p:spPr>
        <p:txBody>
          <a:bodyPr wrap="square" lIns="0" tIns="0" rIns="0" bIns="0" rtlCol="0" anchor="ctr"/>
          <a:lstStyle/>
          <a:p>
            <a:pPr marL="0" indent="0">
              <a:buNone/>
            </a:pPr>
            <a:r>
              <a:rPr lang="en-US" sz="850" dirty="0">
                <a:solidFill>
                  <a:srgbClr val="3E2723"/>
                </a:solidFill>
                <a:latin typeface="Meiryo" pitchFamily="34" charset="0"/>
                <a:ea typeface="Meiryo" pitchFamily="34" charset="-122"/>
                <a:cs typeface="Meiryo" pitchFamily="34" charset="-120"/>
              </a:rPr>
              <a:t>６年</a:t>
            </a:r>
            <a:endParaRPr lang="en-US" sz="850" dirty="0"/>
          </a:p>
        </p:txBody>
      </p:sp>
      <p:sp>
        <p:nvSpPr>
          <p:cNvPr id="50" name="Shape 48"/>
          <p:cNvSpPr/>
          <p:nvPr/>
        </p:nvSpPr>
        <p:spPr>
          <a:xfrm>
            <a:off x="2651760" y="2523744"/>
            <a:ext cx="868680" cy="329184"/>
          </a:xfrm>
          <a:prstGeom prst="rect">
            <a:avLst/>
          </a:prstGeom>
          <a:solidFill>
            <a:srgbClr val="FFFFFF"/>
          </a:solidFill>
          <a:ln w="6350">
            <a:solidFill>
              <a:srgbClr val="EEEEEE"/>
            </a:solidFill>
            <a:prstDash val="solid"/>
          </a:ln>
        </p:spPr>
      </p:sp>
      <p:sp>
        <p:nvSpPr>
          <p:cNvPr id="51" name="Text 49"/>
          <p:cNvSpPr/>
          <p:nvPr/>
        </p:nvSpPr>
        <p:spPr>
          <a:xfrm>
            <a:off x="2688336" y="2523744"/>
            <a:ext cx="795528" cy="329184"/>
          </a:xfrm>
          <a:prstGeom prst="rect">
            <a:avLst/>
          </a:prstGeom>
          <a:noFill/>
          <a:ln/>
        </p:spPr>
        <p:txBody>
          <a:bodyPr wrap="square" lIns="0" tIns="0" rIns="0" bIns="0" rtlCol="0" anchor="ctr"/>
          <a:lstStyle/>
          <a:p>
            <a:pPr marL="0" indent="0">
              <a:buNone/>
            </a:pPr>
            <a:r>
              <a:rPr lang="en-US" sz="850" dirty="0">
                <a:solidFill>
                  <a:srgbClr val="3E2723"/>
                </a:solidFill>
                <a:latin typeface="Meiryo" pitchFamily="34" charset="0"/>
                <a:ea typeface="Meiryo" pitchFamily="34" charset="-122"/>
                <a:cs typeface="Meiryo" pitchFamily="34" charset="-120"/>
              </a:rPr>
              <a:t>１組</a:t>
            </a:r>
            <a:endParaRPr lang="en-US" sz="850" dirty="0"/>
          </a:p>
        </p:txBody>
      </p:sp>
      <p:sp>
        <p:nvSpPr>
          <p:cNvPr id="52" name="Shape 50"/>
          <p:cNvSpPr/>
          <p:nvPr/>
        </p:nvSpPr>
        <p:spPr>
          <a:xfrm>
            <a:off x="3520440" y="2523744"/>
            <a:ext cx="731520" cy="329184"/>
          </a:xfrm>
          <a:prstGeom prst="rect">
            <a:avLst/>
          </a:prstGeom>
          <a:solidFill>
            <a:srgbClr val="FFFFFF"/>
          </a:solidFill>
          <a:ln w="6350">
            <a:solidFill>
              <a:srgbClr val="EEEEEE"/>
            </a:solidFill>
            <a:prstDash val="solid"/>
          </a:ln>
        </p:spPr>
      </p:sp>
      <p:sp>
        <p:nvSpPr>
          <p:cNvPr id="53" name="Text 51"/>
          <p:cNvSpPr/>
          <p:nvPr/>
        </p:nvSpPr>
        <p:spPr>
          <a:xfrm>
            <a:off x="3557016" y="2523744"/>
            <a:ext cx="658368" cy="329184"/>
          </a:xfrm>
          <a:prstGeom prst="rect">
            <a:avLst/>
          </a:prstGeom>
          <a:noFill/>
          <a:ln/>
        </p:spPr>
        <p:txBody>
          <a:bodyPr wrap="square" lIns="0" tIns="0" rIns="0" bIns="0" rtlCol="0" anchor="ctr"/>
          <a:lstStyle/>
          <a:p>
            <a:pPr marL="0" indent="0">
              <a:buNone/>
            </a:pPr>
            <a:endParaRPr lang="en-US" sz="850" dirty="0"/>
          </a:p>
        </p:txBody>
      </p:sp>
      <p:sp>
        <p:nvSpPr>
          <p:cNvPr id="54" name="Shape 52"/>
          <p:cNvSpPr/>
          <p:nvPr/>
        </p:nvSpPr>
        <p:spPr>
          <a:xfrm>
            <a:off x="4251960" y="2523744"/>
            <a:ext cx="1280160" cy="329184"/>
          </a:xfrm>
          <a:prstGeom prst="rect">
            <a:avLst/>
          </a:prstGeom>
          <a:solidFill>
            <a:srgbClr val="FFFFFF"/>
          </a:solidFill>
          <a:ln w="6350">
            <a:solidFill>
              <a:srgbClr val="EEEEEE"/>
            </a:solidFill>
            <a:prstDash val="solid"/>
          </a:ln>
        </p:spPr>
      </p:sp>
      <p:sp>
        <p:nvSpPr>
          <p:cNvPr id="55" name="Text 53"/>
          <p:cNvSpPr/>
          <p:nvPr/>
        </p:nvSpPr>
        <p:spPr>
          <a:xfrm>
            <a:off x="4288536" y="2523744"/>
            <a:ext cx="1207008" cy="329184"/>
          </a:xfrm>
          <a:prstGeom prst="rect">
            <a:avLst/>
          </a:prstGeom>
          <a:noFill/>
          <a:ln/>
        </p:spPr>
        <p:txBody>
          <a:bodyPr wrap="square" lIns="0" tIns="0" rIns="0" bIns="0" rtlCol="0" anchor="ctr"/>
          <a:lstStyle/>
          <a:p>
            <a:pPr marL="0" indent="0">
              <a:buNone/>
            </a:pPr>
            <a:r>
              <a:rPr lang="en-US" sz="850" dirty="0">
                <a:solidFill>
                  <a:srgbClr val="3E2723"/>
                </a:solidFill>
                <a:latin typeface="Meiryo" pitchFamily="34" charset="0"/>
                <a:ea typeface="Meiryo" pitchFamily="34" charset="-122"/>
                <a:cs typeface="Meiryo" pitchFamily="34" charset="-120"/>
              </a:rPr>
              <a:t>●●●●</a:t>
            </a:r>
            <a:endParaRPr lang="en-US" sz="850" dirty="0"/>
          </a:p>
        </p:txBody>
      </p:sp>
      <p:sp>
        <p:nvSpPr>
          <p:cNvPr id="56" name="Shape 54"/>
          <p:cNvSpPr/>
          <p:nvPr/>
        </p:nvSpPr>
        <p:spPr>
          <a:xfrm>
            <a:off x="5532120" y="2523744"/>
            <a:ext cx="822960" cy="329184"/>
          </a:xfrm>
          <a:prstGeom prst="rect">
            <a:avLst/>
          </a:prstGeom>
          <a:solidFill>
            <a:srgbClr val="FFFFFF"/>
          </a:solidFill>
          <a:ln w="6350">
            <a:solidFill>
              <a:srgbClr val="EEEEEE"/>
            </a:solidFill>
            <a:prstDash val="solid"/>
          </a:ln>
        </p:spPr>
      </p:sp>
      <p:sp>
        <p:nvSpPr>
          <p:cNvPr id="57" name="Text 55"/>
          <p:cNvSpPr/>
          <p:nvPr/>
        </p:nvSpPr>
        <p:spPr>
          <a:xfrm>
            <a:off x="5568696" y="2523744"/>
            <a:ext cx="749808" cy="329184"/>
          </a:xfrm>
          <a:prstGeom prst="rect">
            <a:avLst/>
          </a:prstGeom>
          <a:noFill/>
          <a:ln/>
        </p:spPr>
        <p:txBody>
          <a:bodyPr wrap="square" lIns="0" tIns="0" rIns="0" bIns="0" rtlCol="0" anchor="ctr"/>
          <a:lstStyle/>
          <a:p>
            <a:pPr marL="0" indent="0">
              <a:buNone/>
            </a:pPr>
            <a:r>
              <a:rPr lang="en-US" sz="850" dirty="0">
                <a:solidFill>
                  <a:srgbClr val="0D47A1"/>
                </a:solidFill>
                <a:latin typeface="Meiryo" pitchFamily="34" charset="0"/>
                <a:ea typeface="Meiryo" pitchFamily="34" charset="-122"/>
                <a:cs typeface="Meiryo" pitchFamily="34" charset="-120"/>
              </a:rPr>
              <a:t>管理者</a:t>
            </a:r>
            <a:endParaRPr lang="en-US" sz="850" dirty="0"/>
          </a:p>
        </p:txBody>
      </p:sp>
      <p:sp>
        <p:nvSpPr>
          <p:cNvPr id="58" name="Shape 56"/>
          <p:cNvSpPr/>
          <p:nvPr/>
        </p:nvSpPr>
        <p:spPr>
          <a:xfrm>
            <a:off x="6391656" y="2578608"/>
            <a:ext cx="438912" cy="237744"/>
          </a:xfrm>
          <a:prstGeom prst="roundRect">
            <a:avLst>
              <a:gd name="adj" fmla="val 19231"/>
            </a:avLst>
          </a:prstGeom>
          <a:solidFill>
            <a:srgbClr val="1565C0"/>
          </a:solidFill>
          <a:ln/>
        </p:spPr>
      </p:sp>
      <p:sp>
        <p:nvSpPr>
          <p:cNvPr id="59" name="Text 57"/>
          <p:cNvSpPr/>
          <p:nvPr/>
        </p:nvSpPr>
        <p:spPr>
          <a:xfrm>
            <a:off x="6391656" y="2578608"/>
            <a:ext cx="438912" cy="237744"/>
          </a:xfrm>
          <a:prstGeom prst="rect">
            <a:avLst/>
          </a:prstGeom>
          <a:noFill/>
          <a:ln/>
        </p:spPr>
        <p:txBody>
          <a:bodyPr wrap="square" lIns="0" tIns="0" rIns="0" bIns="0" rtlCol="0" anchor="ctr"/>
          <a:lstStyle/>
          <a:p>
            <a:pPr marL="0" indent="0" algn="ctr">
              <a:buNone/>
            </a:pPr>
            <a:r>
              <a:rPr lang="en-US" sz="850" dirty="0">
                <a:solidFill>
                  <a:srgbClr val="FFFFFF"/>
                </a:solidFill>
                <a:latin typeface="Meiryo" pitchFamily="34" charset="0"/>
                <a:ea typeface="Meiryo" pitchFamily="34" charset="-122"/>
                <a:cs typeface="Meiryo" pitchFamily="34" charset="-120"/>
              </a:rPr>
              <a:t>✏️編集</a:t>
            </a:r>
            <a:endParaRPr lang="en-US" sz="850" dirty="0"/>
          </a:p>
        </p:txBody>
      </p:sp>
      <p:sp>
        <p:nvSpPr>
          <p:cNvPr id="60" name="Shape 58"/>
          <p:cNvSpPr/>
          <p:nvPr/>
        </p:nvSpPr>
        <p:spPr>
          <a:xfrm>
            <a:off x="6885432" y="2578608"/>
            <a:ext cx="438912" cy="237744"/>
          </a:xfrm>
          <a:prstGeom prst="roundRect">
            <a:avLst>
              <a:gd name="adj" fmla="val 19231"/>
            </a:avLst>
          </a:prstGeom>
          <a:solidFill>
            <a:srgbClr val="C62828"/>
          </a:solidFill>
          <a:ln/>
        </p:spPr>
      </p:sp>
      <p:sp>
        <p:nvSpPr>
          <p:cNvPr id="61" name="Text 59"/>
          <p:cNvSpPr/>
          <p:nvPr/>
        </p:nvSpPr>
        <p:spPr>
          <a:xfrm>
            <a:off x="6885432" y="2578608"/>
            <a:ext cx="438912" cy="237744"/>
          </a:xfrm>
          <a:prstGeom prst="rect">
            <a:avLst/>
          </a:prstGeom>
          <a:noFill/>
          <a:ln/>
        </p:spPr>
        <p:txBody>
          <a:bodyPr wrap="square" lIns="0" tIns="0" rIns="0" bIns="0" rtlCol="0" anchor="ctr"/>
          <a:lstStyle/>
          <a:p>
            <a:pPr marL="0" indent="0" algn="ctr">
              <a:buNone/>
            </a:pPr>
            <a:r>
              <a:rPr lang="en-US" sz="850" dirty="0">
                <a:solidFill>
                  <a:srgbClr val="FFFFFF"/>
                </a:solidFill>
                <a:latin typeface="Meiryo" pitchFamily="34" charset="0"/>
                <a:ea typeface="Meiryo" pitchFamily="34" charset="-122"/>
                <a:cs typeface="Meiryo" pitchFamily="34" charset="-120"/>
              </a:rPr>
              <a:t>🗑削除</a:t>
            </a:r>
            <a:endParaRPr lang="en-US" sz="850" dirty="0"/>
          </a:p>
        </p:txBody>
      </p:sp>
      <p:sp>
        <p:nvSpPr>
          <p:cNvPr id="62" name="Shape 60"/>
          <p:cNvSpPr/>
          <p:nvPr/>
        </p:nvSpPr>
        <p:spPr>
          <a:xfrm>
            <a:off x="411480" y="2852928"/>
            <a:ext cx="1371600" cy="329184"/>
          </a:xfrm>
          <a:prstGeom prst="rect">
            <a:avLst/>
          </a:prstGeom>
          <a:solidFill>
            <a:srgbClr val="FAFAFA"/>
          </a:solidFill>
          <a:ln w="6350">
            <a:solidFill>
              <a:srgbClr val="EEEEEE"/>
            </a:solidFill>
            <a:prstDash val="solid"/>
          </a:ln>
        </p:spPr>
      </p:sp>
      <p:sp>
        <p:nvSpPr>
          <p:cNvPr id="63" name="Text 61"/>
          <p:cNvSpPr/>
          <p:nvPr/>
        </p:nvSpPr>
        <p:spPr>
          <a:xfrm>
            <a:off x="448056" y="2852928"/>
            <a:ext cx="1298448" cy="329184"/>
          </a:xfrm>
          <a:prstGeom prst="rect">
            <a:avLst/>
          </a:prstGeom>
          <a:noFill/>
          <a:ln/>
        </p:spPr>
        <p:txBody>
          <a:bodyPr wrap="square" lIns="0" tIns="0" rIns="0" bIns="0" rtlCol="0" anchor="ctr"/>
          <a:lstStyle/>
          <a:p>
            <a:pPr marL="0" indent="0">
              <a:buNone/>
            </a:pPr>
            <a:r>
              <a:rPr lang="en-US" sz="850" dirty="0">
                <a:solidFill>
                  <a:srgbClr val="3E2723"/>
                </a:solidFill>
                <a:latin typeface="Meiryo" pitchFamily="34" charset="0"/>
                <a:ea typeface="Meiryo" pitchFamily="34" charset="-122"/>
                <a:cs typeface="Meiryo" pitchFamily="34" charset="-120"/>
              </a:rPr>
              <a:t>鈴木　一郎</a:t>
            </a:r>
            <a:endParaRPr lang="en-US" sz="850" dirty="0"/>
          </a:p>
        </p:txBody>
      </p:sp>
      <p:sp>
        <p:nvSpPr>
          <p:cNvPr id="64" name="Shape 62"/>
          <p:cNvSpPr/>
          <p:nvPr/>
        </p:nvSpPr>
        <p:spPr>
          <a:xfrm>
            <a:off x="1783080" y="2852928"/>
            <a:ext cx="868680" cy="329184"/>
          </a:xfrm>
          <a:prstGeom prst="rect">
            <a:avLst/>
          </a:prstGeom>
          <a:solidFill>
            <a:srgbClr val="FAFAFA"/>
          </a:solidFill>
          <a:ln w="6350">
            <a:solidFill>
              <a:srgbClr val="EEEEEE"/>
            </a:solidFill>
            <a:prstDash val="solid"/>
          </a:ln>
        </p:spPr>
      </p:sp>
      <p:sp>
        <p:nvSpPr>
          <p:cNvPr id="65" name="Text 63"/>
          <p:cNvSpPr/>
          <p:nvPr/>
        </p:nvSpPr>
        <p:spPr>
          <a:xfrm>
            <a:off x="1819656" y="2852928"/>
            <a:ext cx="795528" cy="329184"/>
          </a:xfrm>
          <a:prstGeom prst="rect">
            <a:avLst/>
          </a:prstGeom>
          <a:noFill/>
          <a:ln/>
        </p:spPr>
        <p:txBody>
          <a:bodyPr wrap="square" lIns="0" tIns="0" rIns="0" bIns="0" rtlCol="0" anchor="ctr"/>
          <a:lstStyle/>
          <a:p>
            <a:pPr marL="0" indent="0">
              <a:buNone/>
            </a:pPr>
            <a:r>
              <a:rPr lang="en-US" sz="850" dirty="0">
                <a:solidFill>
                  <a:srgbClr val="3E2723"/>
                </a:solidFill>
                <a:latin typeface="Meiryo" pitchFamily="34" charset="0"/>
                <a:ea typeface="Meiryo" pitchFamily="34" charset="-122"/>
                <a:cs typeface="Meiryo" pitchFamily="34" charset="-120"/>
              </a:rPr>
              <a:t>５年</a:t>
            </a:r>
            <a:endParaRPr lang="en-US" sz="850" dirty="0"/>
          </a:p>
        </p:txBody>
      </p:sp>
      <p:sp>
        <p:nvSpPr>
          <p:cNvPr id="66" name="Shape 64"/>
          <p:cNvSpPr/>
          <p:nvPr/>
        </p:nvSpPr>
        <p:spPr>
          <a:xfrm>
            <a:off x="2651760" y="2852928"/>
            <a:ext cx="868680" cy="329184"/>
          </a:xfrm>
          <a:prstGeom prst="rect">
            <a:avLst/>
          </a:prstGeom>
          <a:solidFill>
            <a:srgbClr val="FAFAFA"/>
          </a:solidFill>
          <a:ln w="6350">
            <a:solidFill>
              <a:srgbClr val="EEEEEE"/>
            </a:solidFill>
            <a:prstDash val="solid"/>
          </a:ln>
        </p:spPr>
      </p:sp>
      <p:sp>
        <p:nvSpPr>
          <p:cNvPr id="67" name="Text 65"/>
          <p:cNvSpPr/>
          <p:nvPr/>
        </p:nvSpPr>
        <p:spPr>
          <a:xfrm>
            <a:off x="2688336" y="2852928"/>
            <a:ext cx="795528" cy="329184"/>
          </a:xfrm>
          <a:prstGeom prst="rect">
            <a:avLst/>
          </a:prstGeom>
          <a:noFill/>
          <a:ln/>
        </p:spPr>
        <p:txBody>
          <a:bodyPr wrap="square" lIns="0" tIns="0" rIns="0" bIns="0" rtlCol="0" anchor="ctr"/>
          <a:lstStyle/>
          <a:p>
            <a:pPr marL="0" indent="0">
              <a:buNone/>
            </a:pPr>
            <a:r>
              <a:rPr lang="en-US" sz="850" dirty="0">
                <a:solidFill>
                  <a:srgbClr val="3E2723"/>
                </a:solidFill>
                <a:latin typeface="Meiryo" pitchFamily="34" charset="0"/>
                <a:ea typeface="Meiryo" pitchFamily="34" charset="-122"/>
                <a:cs typeface="Meiryo" pitchFamily="34" charset="-120"/>
              </a:rPr>
              <a:t>２組</a:t>
            </a:r>
            <a:endParaRPr lang="en-US" sz="850" dirty="0"/>
          </a:p>
        </p:txBody>
      </p:sp>
      <p:sp>
        <p:nvSpPr>
          <p:cNvPr id="68" name="Shape 66"/>
          <p:cNvSpPr/>
          <p:nvPr/>
        </p:nvSpPr>
        <p:spPr>
          <a:xfrm>
            <a:off x="3520440" y="2852928"/>
            <a:ext cx="731520" cy="329184"/>
          </a:xfrm>
          <a:prstGeom prst="rect">
            <a:avLst/>
          </a:prstGeom>
          <a:solidFill>
            <a:srgbClr val="FAFAFA"/>
          </a:solidFill>
          <a:ln w="6350">
            <a:solidFill>
              <a:srgbClr val="EEEEEE"/>
            </a:solidFill>
            <a:prstDash val="solid"/>
          </a:ln>
        </p:spPr>
      </p:sp>
      <p:sp>
        <p:nvSpPr>
          <p:cNvPr id="69" name="Text 67"/>
          <p:cNvSpPr/>
          <p:nvPr/>
        </p:nvSpPr>
        <p:spPr>
          <a:xfrm>
            <a:off x="3557016" y="2852928"/>
            <a:ext cx="658368" cy="329184"/>
          </a:xfrm>
          <a:prstGeom prst="rect">
            <a:avLst/>
          </a:prstGeom>
          <a:noFill/>
          <a:ln/>
        </p:spPr>
        <p:txBody>
          <a:bodyPr wrap="square" lIns="0" tIns="0" rIns="0" bIns="0" rtlCol="0" anchor="ctr"/>
          <a:lstStyle/>
          <a:p>
            <a:pPr marL="0" indent="0">
              <a:buNone/>
            </a:pPr>
            <a:r>
              <a:rPr lang="en-US" sz="850" dirty="0">
                <a:solidFill>
                  <a:srgbClr val="3E2723"/>
                </a:solidFill>
                <a:latin typeface="Meiryo" pitchFamily="34" charset="0"/>
                <a:ea typeface="Meiryo" pitchFamily="34" charset="-122"/>
                <a:cs typeface="Meiryo" pitchFamily="34" charset="-120"/>
              </a:rPr>
              <a:t>理科</a:t>
            </a:r>
            <a:endParaRPr lang="en-US" sz="850" dirty="0"/>
          </a:p>
        </p:txBody>
      </p:sp>
      <p:sp>
        <p:nvSpPr>
          <p:cNvPr id="70" name="Shape 68"/>
          <p:cNvSpPr/>
          <p:nvPr/>
        </p:nvSpPr>
        <p:spPr>
          <a:xfrm>
            <a:off x="4251960" y="2852928"/>
            <a:ext cx="1280160" cy="329184"/>
          </a:xfrm>
          <a:prstGeom prst="rect">
            <a:avLst/>
          </a:prstGeom>
          <a:solidFill>
            <a:srgbClr val="FAFAFA"/>
          </a:solidFill>
          <a:ln w="6350">
            <a:solidFill>
              <a:srgbClr val="EEEEEE"/>
            </a:solidFill>
            <a:prstDash val="solid"/>
          </a:ln>
        </p:spPr>
      </p:sp>
      <p:sp>
        <p:nvSpPr>
          <p:cNvPr id="71" name="Text 69"/>
          <p:cNvSpPr/>
          <p:nvPr/>
        </p:nvSpPr>
        <p:spPr>
          <a:xfrm>
            <a:off x="4288536" y="2852928"/>
            <a:ext cx="1207008" cy="329184"/>
          </a:xfrm>
          <a:prstGeom prst="rect">
            <a:avLst/>
          </a:prstGeom>
          <a:noFill/>
          <a:ln/>
        </p:spPr>
        <p:txBody>
          <a:bodyPr wrap="square" lIns="0" tIns="0" rIns="0" bIns="0" rtlCol="0" anchor="ctr"/>
          <a:lstStyle/>
          <a:p>
            <a:pPr marL="0" indent="0">
              <a:buNone/>
            </a:pPr>
            <a:r>
              <a:rPr lang="en-US" sz="850" dirty="0">
                <a:solidFill>
                  <a:srgbClr val="3E2723"/>
                </a:solidFill>
                <a:latin typeface="Meiryo" pitchFamily="34" charset="0"/>
                <a:ea typeface="Meiryo" pitchFamily="34" charset="-122"/>
                <a:cs typeface="Meiryo" pitchFamily="34" charset="-120"/>
              </a:rPr>
              <a:t>●●●●</a:t>
            </a:r>
            <a:endParaRPr lang="en-US" sz="850" dirty="0"/>
          </a:p>
        </p:txBody>
      </p:sp>
      <p:sp>
        <p:nvSpPr>
          <p:cNvPr id="72" name="Shape 70"/>
          <p:cNvSpPr/>
          <p:nvPr/>
        </p:nvSpPr>
        <p:spPr>
          <a:xfrm>
            <a:off x="5532120" y="2852928"/>
            <a:ext cx="822960" cy="329184"/>
          </a:xfrm>
          <a:prstGeom prst="rect">
            <a:avLst/>
          </a:prstGeom>
          <a:solidFill>
            <a:srgbClr val="FAFAFA"/>
          </a:solidFill>
          <a:ln w="6350">
            <a:solidFill>
              <a:srgbClr val="EEEEEE"/>
            </a:solidFill>
            <a:prstDash val="solid"/>
          </a:ln>
        </p:spPr>
      </p:sp>
      <p:sp>
        <p:nvSpPr>
          <p:cNvPr id="73" name="Text 71"/>
          <p:cNvSpPr/>
          <p:nvPr/>
        </p:nvSpPr>
        <p:spPr>
          <a:xfrm>
            <a:off x="5568696" y="2852928"/>
            <a:ext cx="749808" cy="329184"/>
          </a:xfrm>
          <a:prstGeom prst="rect">
            <a:avLst/>
          </a:prstGeom>
          <a:noFill/>
          <a:ln/>
        </p:spPr>
        <p:txBody>
          <a:bodyPr wrap="square" lIns="0" tIns="0" rIns="0" bIns="0" rtlCol="0" anchor="ctr"/>
          <a:lstStyle/>
          <a:p>
            <a:pPr marL="0" indent="0">
              <a:buNone/>
            </a:pPr>
            <a:r>
              <a:rPr lang="en-US" sz="850" dirty="0">
                <a:solidFill>
                  <a:srgbClr val="3E2723"/>
                </a:solidFill>
                <a:latin typeface="Meiryo" pitchFamily="34" charset="0"/>
                <a:ea typeface="Meiryo" pitchFamily="34" charset="-122"/>
                <a:cs typeface="Meiryo" pitchFamily="34" charset="-120"/>
              </a:rPr>
              <a:t>登録済</a:t>
            </a:r>
            <a:endParaRPr lang="en-US" sz="850" dirty="0"/>
          </a:p>
        </p:txBody>
      </p:sp>
      <p:sp>
        <p:nvSpPr>
          <p:cNvPr id="74" name="Shape 72"/>
          <p:cNvSpPr/>
          <p:nvPr/>
        </p:nvSpPr>
        <p:spPr>
          <a:xfrm>
            <a:off x="6391656" y="2907792"/>
            <a:ext cx="438912" cy="237744"/>
          </a:xfrm>
          <a:prstGeom prst="roundRect">
            <a:avLst>
              <a:gd name="adj" fmla="val 19231"/>
            </a:avLst>
          </a:prstGeom>
          <a:solidFill>
            <a:srgbClr val="1565C0"/>
          </a:solidFill>
          <a:ln/>
        </p:spPr>
      </p:sp>
      <p:sp>
        <p:nvSpPr>
          <p:cNvPr id="75" name="Text 73"/>
          <p:cNvSpPr/>
          <p:nvPr/>
        </p:nvSpPr>
        <p:spPr>
          <a:xfrm>
            <a:off x="6391656" y="2907792"/>
            <a:ext cx="438912" cy="237744"/>
          </a:xfrm>
          <a:prstGeom prst="rect">
            <a:avLst/>
          </a:prstGeom>
          <a:noFill/>
          <a:ln/>
        </p:spPr>
        <p:txBody>
          <a:bodyPr wrap="square" lIns="0" tIns="0" rIns="0" bIns="0" rtlCol="0" anchor="ctr"/>
          <a:lstStyle/>
          <a:p>
            <a:pPr marL="0" indent="0" algn="ctr">
              <a:buNone/>
            </a:pPr>
            <a:r>
              <a:rPr lang="en-US" sz="850" dirty="0">
                <a:solidFill>
                  <a:srgbClr val="FFFFFF"/>
                </a:solidFill>
                <a:latin typeface="Meiryo" pitchFamily="34" charset="0"/>
                <a:ea typeface="Meiryo" pitchFamily="34" charset="-122"/>
                <a:cs typeface="Meiryo" pitchFamily="34" charset="-120"/>
              </a:rPr>
              <a:t>✏️編集</a:t>
            </a:r>
            <a:endParaRPr lang="en-US" sz="850" dirty="0"/>
          </a:p>
        </p:txBody>
      </p:sp>
      <p:sp>
        <p:nvSpPr>
          <p:cNvPr id="76" name="Shape 74"/>
          <p:cNvSpPr/>
          <p:nvPr/>
        </p:nvSpPr>
        <p:spPr>
          <a:xfrm>
            <a:off x="6885432" y="2907792"/>
            <a:ext cx="438912" cy="237744"/>
          </a:xfrm>
          <a:prstGeom prst="roundRect">
            <a:avLst>
              <a:gd name="adj" fmla="val 19231"/>
            </a:avLst>
          </a:prstGeom>
          <a:solidFill>
            <a:srgbClr val="C62828"/>
          </a:solidFill>
          <a:ln/>
        </p:spPr>
      </p:sp>
      <p:sp>
        <p:nvSpPr>
          <p:cNvPr id="77" name="Text 75"/>
          <p:cNvSpPr/>
          <p:nvPr/>
        </p:nvSpPr>
        <p:spPr>
          <a:xfrm>
            <a:off x="6885432" y="2907792"/>
            <a:ext cx="438912" cy="237744"/>
          </a:xfrm>
          <a:prstGeom prst="rect">
            <a:avLst/>
          </a:prstGeom>
          <a:noFill/>
          <a:ln/>
        </p:spPr>
        <p:txBody>
          <a:bodyPr wrap="square" lIns="0" tIns="0" rIns="0" bIns="0" rtlCol="0" anchor="ctr"/>
          <a:lstStyle/>
          <a:p>
            <a:pPr marL="0" indent="0" algn="ctr">
              <a:buNone/>
            </a:pPr>
            <a:r>
              <a:rPr lang="en-US" sz="850" dirty="0">
                <a:solidFill>
                  <a:srgbClr val="FFFFFF"/>
                </a:solidFill>
                <a:latin typeface="Meiryo" pitchFamily="34" charset="0"/>
                <a:ea typeface="Meiryo" pitchFamily="34" charset="-122"/>
                <a:cs typeface="Meiryo" pitchFamily="34" charset="-120"/>
              </a:rPr>
              <a:t>🗑削除</a:t>
            </a:r>
            <a:endParaRPr lang="en-US" sz="850" dirty="0"/>
          </a:p>
        </p:txBody>
      </p:sp>
      <p:sp>
        <p:nvSpPr>
          <p:cNvPr id="78" name="Shape 76"/>
          <p:cNvSpPr/>
          <p:nvPr/>
        </p:nvSpPr>
        <p:spPr>
          <a:xfrm>
            <a:off x="411480" y="3182112"/>
            <a:ext cx="1371600" cy="329184"/>
          </a:xfrm>
          <a:prstGeom prst="rect">
            <a:avLst/>
          </a:prstGeom>
          <a:solidFill>
            <a:srgbClr val="FFFFFF"/>
          </a:solidFill>
          <a:ln w="6350">
            <a:solidFill>
              <a:srgbClr val="EEEEEE"/>
            </a:solidFill>
            <a:prstDash val="solid"/>
          </a:ln>
        </p:spPr>
      </p:sp>
      <p:sp>
        <p:nvSpPr>
          <p:cNvPr id="79" name="Text 77"/>
          <p:cNvSpPr/>
          <p:nvPr/>
        </p:nvSpPr>
        <p:spPr>
          <a:xfrm>
            <a:off x="448056" y="3182112"/>
            <a:ext cx="1298448" cy="329184"/>
          </a:xfrm>
          <a:prstGeom prst="rect">
            <a:avLst/>
          </a:prstGeom>
          <a:noFill/>
          <a:ln/>
        </p:spPr>
        <p:txBody>
          <a:bodyPr wrap="square" lIns="0" tIns="0" rIns="0" bIns="0" rtlCol="0" anchor="ctr"/>
          <a:lstStyle/>
          <a:p>
            <a:pPr marL="0" indent="0">
              <a:buNone/>
            </a:pPr>
            <a:r>
              <a:rPr lang="en-US" sz="850" dirty="0">
                <a:solidFill>
                  <a:srgbClr val="3E2723"/>
                </a:solidFill>
                <a:latin typeface="Meiryo" pitchFamily="34" charset="0"/>
                <a:ea typeface="Meiryo" pitchFamily="34" charset="-122"/>
                <a:cs typeface="Meiryo" pitchFamily="34" charset="-120"/>
              </a:rPr>
              <a:t>田中　みどり</a:t>
            </a:r>
            <a:endParaRPr lang="en-US" sz="850" dirty="0"/>
          </a:p>
        </p:txBody>
      </p:sp>
      <p:sp>
        <p:nvSpPr>
          <p:cNvPr id="80" name="Shape 78"/>
          <p:cNvSpPr/>
          <p:nvPr/>
        </p:nvSpPr>
        <p:spPr>
          <a:xfrm>
            <a:off x="1783080" y="3182112"/>
            <a:ext cx="868680" cy="329184"/>
          </a:xfrm>
          <a:prstGeom prst="rect">
            <a:avLst/>
          </a:prstGeom>
          <a:solidFill>
            <a:srgbClr val="FFFFFF"/>
          </a:solidFill>
          <a:ln w="6350">
            <a:solidFill>
              <a:srgbClr val="EEEEEE"/>
            </a:solidFill>
            <a:prstDash val="solid"/>
          </a:ln>
        </p:spPr>
      </p:sp>
      <p:sp>
        <p:nvSpPr>
          <p:cNvPr id="81" name="Text 79"/>
          <p:cNvSpPr/>
          <p:nvPr/>
        </p:nvSpPr>
        <p:spPr>
          <a:xfrm>
            <a:off x="1819656" y="3182112"/>
            <a:ext cx="795528" cy="329184"/>
          </a:xfrm>
          <a:prstGeom prst="rect">
            <a:avLst/>
          </a:prstGeom>
          <a:noFill/>
          <a:ln/>
        </p:spPr>
        <p:txBody>
          <a:bodyPr wrap="square" lIns="0" tIns="0" rIns="0" bIns="0" rtlCol="0" anchor="ctr"/>
          <a:lstStyle/>
          <a:p>
            <a:pPr marL="0" indent="0">
              <a:buNone/>
            </a:pPr>
            <a:endParaRPr lang="en-US" sz="850" dirty="0"/>
          </a:p>
        </p:txBody>
      </p:sp>
      <p:sp>
        <p:nvSpPr>
          <p:cNvPr id="82" name="Shape 80"/>
          <p:cNvSpPr/>
          <p:nvPr/>
        </p:nvSpPr>
        <p:spPr>
          <a:xfrm>
            <a:off x="2651760" y="3182112"/>
            <a:ext cx="868680" cy="329184"/>
          </a:xfrm>
          <a:prstGeom prst="rect">
            <a:avLst/>
          </a:prstGeom>
          <a:solidFill>
            <a:srgbClr val="FFFFFF"/>
          </a:solidFill>
          <a:ln w="6350">
            <a:solidFill>
              <a:srgbClr val="EEEEEE"/>
            </a:solidFill>
            <a:prstDash val="solid"/>
          </a:ln>
        </p:spPr>
      </p:sp>
      <p:sp>
        <p:nvSpPr>
          <p:cNvPr id="83" name="Text 81"/>
          <p:cNvSpPr/>
          <p:nvPr/>
        </p:nvSpPr>
        <p:spPr>
          <a:xfrm>
            <a:off x="2688336" y="3182112"/>
            <a:ext cx="795528" cy="329184"/>
          </a:xfrm>
          <a:prstGeom prst="rect">
            <a:avLst/>
          </a:prstGeom>
          <a:noFill/>
          <a:ln/>
        </p:spPr>
        <p:txBody>
          <a:bodyPr wrap="square" lIns="0" tIns="0" rIns="0" bIns="0" rtlCol="0" anchor="ctr"/>
          <a:lstStyle/>
          <a:p>
            <a:pPr marL="0" indent="0">
              <a:buNone/>
            </a:pPr>
            <a:endParaRPr lang="en-US" sz="850" dirty="0"/>
          </a:p>
        </p:txBody>
      </p:sp>
      <p:sp>
        <p:nvSpPr>
          <p:cNvPr id="84" name="Shape 82"/>
          <p:cNvSpPr/>
          <p:nvPr/>
        </p:nvSpPr>
        <p:spPr>
          <a:xfrm>
            <a:off x="3520440" y="3182112"/>
            <a:ext cx="731520" cy="329184"/>
          </a:xfrm>
          <a:prstGeom prst="rect">
            <a:avLst/>
          </a:prstGeom>
          <a:solidFill>
            <a:srgbClr val="FFFFFF"/>
          </a:solidFill>
          <a:ln w="6350">
            <a:solidFill>
              <a:srgbClr val="EEEEEE"/>
            </a:solidFill>
            <a:prstDash val="solid"/>
          </a:ln>
        </p:spPr>
      </p:sp>
      <p:sp>
        <p:nvSpPr>
          <p:cNvPr id="85" name="Text 83"/>
          <p:cNvSpPr/>
          <p:nvPr/>
        </p:nvSpPr>
        <p:spPr>
          <a:xfrm>
            <a:off x="3557016" y="3182112"/>
            <a:ext cx="658368" cy="329184"/>
          </a:xfrm>
          <a:prstGeom prst="rect">
            <a:avLst/>
          </a:prstGeom>
          <a:noFill/>
          <a:ln/>
        </p:spPr>
        <p:txBody>
          <a:bodyPr wrap="square" lIns="0" tIns="0" rIns="0" bIns="0" rtlCol="0" anchor="ctr"/>
          <a:lstStyle/>
          <a:p>
            <a:pPr marL="0" indent="0">
              <a:buNone/>
            </a:pPr>
            <a:r>
              <a:rPr lang="en-US" sz="850" dirty="0">
                <a:solidFill>
                  <a:srgbClr val="3E2723"/>
                </a:solidFill>
                <a:latin typeface="Meiryo" pitchFamily="34" charset="0"/>
                <a:ea typeface="Meiryo" pitchFamily="34" charset="-122"/>
                <a:cs typeface="Meiryo" pitchFamily="34" charset="-120"/>
              </a:rPr>
              <a:t>体育</a:t>
            </a:r>
            <a:endParaRPr lang="en-US" sz="850" dirty="0"/>
          </a:p>
        </p:txBody>
      </p:sp>
      <p:sp>
        <p:nvSpPr>
          <p:cNvPr id="86" name="Shape 84"/>
          <p:cNvSpPr/>
          <p:nvPr/>
        </p:nvSpPr>
        <p:spPr>
          <a:xfrm>
            <a:off x="4251960" y="3182112"/>
            <a:ext cx="1280160" cy="329184"/>
          </a:xfrm>
          <a:prstGeom prst="rect">
            <a:avLst/>
          </a:prstGeom>
          <a:solidFill>
            <a:srgbClr val="FFFFFF"/>
          </a:solidFill>
          <a:ln w="6350">
            <a:solidFill>
              <a:srgbClr val="EEEEEE"/>
            </a:solidFill>
            <a:prstDash val="solid"/>
          </a:ln>
        </p:spPr>
      </p:sp>
      <p:sp>
        <p:nvSpPr>
          <p:cNvPr id="87" name="Text 85"/>
          <p:cNvSpPr/>
          <p:nvPr/>
        </p:nvSpPr>
        <p:spPr>
          <a:xfrm>
            <a:off x="4288536" y="3182112"/>
            <a:ext cx="1207008" cy="329184"/>
          </a:xfrm>
          <a:prstGeom prst="rect">
            <a:avLst/>
          </a:prstGeom>
          <a:noFill/>
          <a:ln/>
        </p:spPr>
        <p:txBody>
          <a:bodyPr wrap="square" lIns="0" tIns="0" rIns="0" bIns="0" rtlCol="0" anchor="ctr"/>
          <a:lstStyle/>
          <a:p>
            <a:pPr marL="0" indent="0">
              <a:buNone/>
            </a:pPr>
            <a:r>
              <a:rPr lang="en-US" sz="850" dirty="0">
                <a:solidFill>
                  <a:srgbClr val="FFA726"/>
                </a:solidFill>
                <a:latin typeface="Meiryo" pitchFamily="34" charset="0"/>
                <a:ea typeface="Meiryo" pitchFamily="34" charset="-122"/>
                <a:cs typeface="Meiryo" pitchFamily="34" charset="-120"/>
              </a:rPr>
              <a:t>（未登録）</a:t>
            </a:r>
            <a:endParaRPr lang="en-US" sz="850" dirty="0"/>
          </a:p>
        </p:txBody>
      </p:sp>
      <p:sp>
        <p:nvSpPr>
          <p:cNvPr id="88" name="Shape 86"/>
          <p:cNvSpPr/>
          <p:nvPr/>
        </p:nvSpPr>
        <p:spPr>
          <a:xfrm>
            <a:off x="5532120" y="3182112"/>
            <a:ext cx="822960" cy="329184"/>
          </a:xfrm>
          <a:prstGeom prst="rect">
            <a:avLst/>
          </a:prstGeom>
          <a:solidFill>
            <a:srgbClr val="FFFFFF"/>
          </a:solidFill>
          <a:ln w="6350">
            <a:solidFill>
              <a:srgbClr val="EEEEEE"/>
            </a:solidFill>
            <a:prstDash val="solid"/>
          </a:ln>
        </p:spPr>
      </p:sp>
      <p:sp>
        <p:nvSpPr>
          <p:cNvPr id="89" name="Text 87"/>
          <p:cNvSpPr/>
          <p:nvPr/>
        </p:nvSpPr>
        <p:spPr>
          <a:xfrm>
            <a:off x="5568696" y="3182112"/>
            <a:ext cx="749808" cy="329184"/>
          </a:xfrm>
          <a:prstGeom prst="rect">
            <a:avLst/>
          </a:prstGeom>
          <a:noFill/>
          <a:ln/>
        </p:spPr>
        <p:txBody>
          <a:bodyPr wrap="square" lIns="0" tIns="0" rIns="0" bIns="0" rtlCol="0" anchor="ctr"/>
          <a:lstStyle/>
          <a:p>
            <a:pPr marL="0" indent="0">
              <a:buNone/>
            </a:pPr>
            <a:r>
              <a:rPr lang="en-US" sz="850" dirty="0">
                <a:solidFill>
                  <a:srgbClr val="3E2723"/>
                </a:solidFill>
                <a:latin typeface="Meiryo" pitchFamily="34" charset="0"/>
                <a:ea typeface="Meiryo" pitchFamily="34" charset="-122"/>
                <a:cs typeface="Meiryo" pitchFamily="34" charset="-120"/>
              </a:rPr>
              <a:t>未設定</a:t>
            </a:r>
            <a:endParaRPr lang="en-US" sz="850" dirty="0"/>
          </a:p>
        </p:txBody>
      </p:sp>
      <p:sp>
        <p:nvSpPr>
          <p:cNvPr id="90" name="Shape 88"/>
          <p:cNvSpPr/>
          <p:nvPr/>
        </p:nvSpPr>
        <p:spPr>
          <a:xfrm>
            <a:off x="6391656" y="3236976"/>
            <a:ext cx="438912" cy="237744"/>
          </a:xfrm>
          <a:prstGeom prst="roundRect">
            <a:avLst>
              <a:gd name="adj" fmla="val 19231"/>
            </a:avLst>
          </a:prstGeom>
          <a:solidFill>
            <a:srgbClr val="1565C0"/>
          </a:solidFill>
          <a:ln/>
        </p:spPr>
      </p:sp>
      <p:sp>
        <p:nvSpPr>
          <p:cNvPr id="91" name="Text 89"/>
          <p:cNvSpPr/>
          <p:nvPr/>
        </p:nvSpPr>
        <p:spPr>
          <a:xfrm>
            <a:off x="6391656" y="3236976"/>
            <a:ext cx="438912" cy="237744"/>
          </a:xfrm>
          <a:prstGeom prst="rect">
            <a:avLst/>
          </a:prstGeom>
          <a:noFill/>
          <a:ln/>
        </p:spPr>
        <p:txBody>
          <a:bodyPr wrap="square" lIns="0" tIns="0" rIns="0" bIns="0" rtlCol="0" anchor="ctr"/>
          <a:lstStyle/>
          <a:p>
            <a:pPr marL="0" indent="0" algn="ctr">
              <a:buNone/>
            </a:pPr>
            <a:r>
              <a:rPr lang="en-US" sz="850" dirty="0">
                <a:solidFill>
                  <a:srgbClr val="FFFFFF"/>
                </a:solidFill>
                <a:latin typeface="Meiryo" pitchFamily="34" charset="0"/>
                <a:ea typeface="Meiryo" pitchFamily="34" charset="-122"/>
                <a:cs typeface="Meiryo" pitchFamily="34" charset="-120"/>
              </a:rPr>
              <a:t>✏️編集</a:t>
            </a:r>
            <a:endParaRPr lang="en-US" sz="850" dirty="0"/>
          </a:p>
        </p:txBody>
      </p:sp>
      <p:sp>
        <p:nvSpPr>
          <p:cNvPr id="92" name="Shape 90"/>
          <p:cNvSpPr/>
          <p:nvPr/>
        </p:nvSpPr>
        <p:spPr>
          <a:xfrm>
            <a:off x="6885432" y="3236976"/>
            <a:ext cx="438912" cy="237744"/>
          </a:xfrm>
          <a:prstGeom prst="roundRect">
            <a:avLst>
              <a:gd name="adj" fmla="val 19231"/>
            </a:avLst>
          </a:prstGeom>
          <a:solidFill>
            <a:srgbClr val="C62828"/>
          </a:solidFill>
          <a:ln/>
        </p:spPr>
      </p:sp>
      <p:sp>
        <p:nvSpPr>
          <p:cNvPr id="93" name="Text 91"/>
          <p:cNvSpPr/>
          <p:nvPr/>
        </p:nvSpPr>
        <p:spPr>
          <a:xfrm>
            <a:off x="6885432" y="3236976"/>
            <a:ext cx="438912" cy="237744"/>
          </a:xfrm>
          <a:prstGeom prst="rect">
            <a:avLst/>
          </a:prstGeom>
          <a:noFill/>
          <a:ln/>
        </p:spPr>
        <p:txBody>
          <a:bodyPr wrap="square" lIns="0" tIns="0" rIns="0" bIns="0" rtlCol="0" anchor="ctr"/>
          <a:lstStyle/>
          <a:p>
            <a:pPr marL="0" indent="0" algn="ctr">
              <a:buNone/>
            </a:pPr>
            <a:r>
              <a:rPr lang="en-US" sz="850" dirty="0">
                <a:solidFill>
                  <a:srgbClr val="FFFFFF"/>
                </a:solidFill>
                <a:latin typeface="Meiryo" pitchFamily="34" charset="0"/>
                <a:ea typeface="Meiryo" pitchFamily="34" charset="-122"/>
                <a:cs typeface="Meiryo" pitchFamily="34" charset="-120"/>
              </a:rPr>
              <a:t>🗑削除</a:t>
            </a:r>
            <a:endParaRPr lang="en-US" sz="850" dirty="0"/>
          </a:p>
        </p:txBody>
      </p:sp>
      <p:sp>
        <p:nvSpPr>
          <p:cNvPr id="94" name="Text 92"/>
          <p:cNvSpPr/>
          <p:nvPr/>
        </p:nvSpPr>
        <p:spPr>
          <a:xfrm>
            <a:off x="457200" y="4626864"/>
            <a:ext cx="8229600" cy="256032"/>
          </a:xfrm>
          <a:prstGeom prst="rect">
            <a:avLst/>
          </a:prstGeom>
          <a:noFill/>
          <a:ln/>
        </p:spPr>
        <p:txBody>
          <a:bodyPr wrap="square" lIns="0" tIns="0" rIns="0" bIns="0" rtlCol="0" anchor="ctr"/>
          <a:lstStyle/>
          <a:p>
            <a:pPr marL="0" indent="0">
              <a:buNone/>
            </a:pPr>
            <a:r>
              <a:rPr lang="en-US" sz="950" dirty="0">
                <a:solidFill>
                  <a:srgbClr val="78909C"/>
                </a:solidFill>
                <a:latin typeface="Meiryo" pitchFamily="34" charset="0"/>
                <a:ea typeface="Meiryo" pitchFamily="34" charset="-122"/>
                <a:cs typeface="Meiryo" pitchFamily="34" charset="-120"/>
              </a:rPr>
              <a:t>① ＋ボタンで追加  ② ✏️で編集  ③ 🗑で削除</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FF8E1"/>
          </a:solidFill>
          <a:ln/>
        </p:spPr>
      </p:sp>
      <p:sp>
        <p:nvSpPr>
          <p:cNvPr id="3" name="Shape 1"/>
          <p:cNvSpPr/>
          <p:nvPr/>
        </p:nvSpPr>
        <p:spPr>
          <a:xfrm>
            <a:off x="0" y="0"/>
            <a:ext cx="9144000" cy="566928"/>
          </a:xfrm>
          <a:prstGeom prst="rect">
            <a:avLst/>
          </a:prstGeom>
          <a:solidFill>
            <a:srgbClr val="1565C0"/>
          </a:solidFill>
          <a:ln/>
        </p:spPr>
      </p:sp>
      <p:sp>
        <p:nvSpPr>
          <p:cNvPr id="4" name="Text 2"/>
          <p:cNvSpPr/>
          <p:nvPr/>
        </p:nvSpPr>
        <p:spPr>
          <a:xfrm>
            <a:off x="320040" y="27432"/>
            <a:ext cx="7315200" cy="201168"/>
          </a:xfrm>
          <a:prstGeom prst="rect">
            <a:avLst/>
          </a:prstGeom>
          <a:noFill/>
          <a:ln/>
        </p:spPr>
        <p:txBody>
          <a:bodyPr wrap="square" lIns="0" tIns="0" rIns="0" bIns="0" rtlCol="0" anchor="ctr"/>
          <a:lstStyle/>
          <a:p>
            <a:pPr marL="0" indent="0">
              <a:buNone/>
            </a:pPr>
            <a:r>
              <a:rPr lang="en-US" sz="900" i="1" dirty="0">
                <a:solidFill>
                  <a:srgbClr val="FFFFFF"/>
                </a:solidFill>
                <a:latin typeface="Meiryo" pitchFamily="34" charset="0"/>
                <a:ea typeface="Meiryo" pitchFamily="34" charset="-122"/>
                <a:cs typeface="Meiryo" pitchFamily="34" charset="-120"/>
              </a:rPr>
              <a:t>管理者マニュアル</a:t>
            </a:r>
            <a:endParaRPr lang="en-US" sz="900" dirty="0"/>
          </a:p>
        </p:txBody>
      </p:sp>
      <p:sp>
        <p:nvSpPr>
          <p:cNvPr id="5" name="Text 3"/>
          <p:cNvSpPr/>
          <p:nvPr/>
        </p:nvSpPr>
        <p:spPr>
          <a:xfrm>
            <a:off x="320040" y="219456"/>
            <a:ext cx="8412480" cy="329184"/>
          </a:xfrm>
          <a:prstGeom prst="rect">
            <a:avLst/>
          </a:prstGeom>
          <a:noFill/>
          <a:ln/>
        </p:spPr>
        <p:txBody>
          <a:bodyPr wrap="square" lIns="0" tIns="0" rIns="0" bIns="0" rtlCol="0" anchor="ctr"/>
          <a:lstStyle/>
          <a:p>
            <a:pPr marL="0" indent="0">
              <a:buNone/>
            </a:pPr>
            <a:r>
              <a:rPr lang="en-US" sz="2000" b="1" dirty="0">
                <a:solidFill>
                  <a:srgbClr val="FFFFFF"/>
                </a:solidFill>
                <a:latin typeface="Meiryo" pitchFamily="34" charset="0"/>
                <a:ea typeface="Meiryo" pitchFamily="34" charset="-122"/>
                <a:cs typeface="Meiryo" pitchFamily="34" charset="-120"/>
              </a:rPr>
              <a:t>パスワードの管理</a:t>
            </a:r>
            <a:endParaRPr lang="en-US" sz="2000" dirty="0"/>
          </a:p>
        </p:txBody>
      </p:sp>
      <p:sp>
        <p:nvSpPr>
          <p:cNvPr id="6" name="Text 4"/>
          <p:cNvSpPr/>
          <p:nvPr/>
        </p:nvSpPr>
        <p:spPr>
          <a:xfrm>
            <a:off x="320040" y="694944"/>
            <a:ext cx="8503920" cy="274320"/>
          </a:xfrm>
          <a:prstGeom prst="rect">
            <a:avLst/>
          </a:prstGeom>
          <a:noFill/>
          <a:ln/>
        </p:spPr>
        <p:txBody>
          <a:bodyPr wrap="square" lIns="0" tIns="0" rIns="0" bIns="0" rtlCol="0" anchor="ctr"/>
          <a:lstStyle/>
          <a:p>
            <a:pPr marL="0" indent="0">
              <a:buNone/>
            </a:pPr>
            <a:r>
              <a:rPr lang="en-US" sz="1100" dirty="0">
                <a:solidFill>
                  <a:srgbClr val="3E2723"/>
                </a:solidFill>
                <a:latin typeface="Meiryo" pitchFamily="34" charset="0"/>
                <a:ea typeface="Meiryo" pitchFamily="34" charset="-122"/>
                <a:cs typeface="Meiryo" pitchFamily="34" charset="-120"/>
              </a:rPr>
              <a:t>管理者は各先生のパスワードを確認・変更・リセットできます。</a:t>
            </a:r>
            <a:endParaRPr lang="en-US" sz="1100" dirty="0"/>
          </a:p>
        </p:txBody>
      </p:sp>
      <p:sp>
        <p:nvSpPr>
          <p:cNvPr id="7" name="Shape 5"/>
          <p:cNvSpPr/>
          <p:nvPr/>
        </p:nvSpPr>
        <p:spPr>
          <a:xfrm>
            <a:off x="320040" y="1060704"/>
            <a:ext cx="4480560" cy="1170432"/>
          </a:xfrm>
          <a:prstGeom prst="roundRect">
            <a:avLst>
              <a:gd name="adj" fmla="val 7031"/>
            </a:avLst>
          </a:prstGeom>
          <a:solidFill>
            <a:srgbClr val="E3F2FD"/>
          </a:solidFill>
          <a:ln w="12700">
            <a:solidFill>
              <a:srgbClr val="BDBDBD"/>
            </a:solidFill>
            <a:prstDash val="solid"/>
          </a:ln>
        </p:spPr>
      </p:sp>
      <p:sp>
        <p:nvSpPr>
          <p:cNvPr id="8" name="Shape 6"/>
          <p:cNvSpPr/>
          <p:nvPr/>
        </p:nvSpPr>
        <p:spPr>
          <a:xfrm>
            <a:off x="320040" y="1060704"/>
            <a:ext cx="137160" cy="1170432"/>
          </a:xfrm>
          <a:prstGeom prst="rect">
            <a:avLst/>
          </a:prstGeom>
          <a:solidFill>
            <a:srgbClr val="1565C0"/>
          </a:solidFill>
          <a:ln/>
        </p:spPr>
      </p:sp>
      <p:sp>
        <p:nvSpPr>
          <p:cNvPr id="9" name="Text 7"/>
          <p:cNvSpPr/>
          <p:nvPr/>
        </p:nvSpPr>
        <p:spPr>
          <a:xfrm>
            <a:off x="557784" y="1152144"/>
            <a:ext cx="4114800" cy="310896"/>
          </a:xfrm>
          <a:prstGeom prst="rect">
            <a:avLst/>
          </a:prstGeom>
          <a:noFill/>
          <a:ln/>
        </p:spPr>
        <p:txBody>
          <a:bodyPr wrap="square" lIns="0" tIns="0" rIns="0" bIns="0" rtlCol="0" anchor="ctr"/>
          <a:lstStyle/>
          <a:p>
            <a:pPr marL="0" indent="0">
              <a:buNone/>
            </a:pPr>
            <a:r>
              <a:rPr lang="en-US" sz="1300" b="1" dirty="0">
                <a:solidFill>
                  <a:srgbClr val="3E2723"/>
                </a:solidFill>
                <a:latin typeface="Meiryo" pitchFamily="34" charset="0"/>
                <a:ea typeface="Meiryo" pitchFamily="34" charset="-122"/>
                <a:cs typeface="Meiryo" pitchFamily="34" charset="-120"/>
              </a:rPr>
              <a:t>👁  表示 / 非表示</a:t>
            </a:r>
            <a:endParaRPr lang="en-US" sz="1300" dirty="0"/>
          </a:p>
        </p:txBody>
      </p:sp>
      <p:sp>
        <p:nvSpPr>
          <p:cNvPr id="10" name="Text 8"/>
          <p:cNvSpPr/>
          <p:nvPr/>
        </p:nvSpPr>
        <p:spPr>
          <a:xfrm>
            <a:off x="557784" y="1481328"/>
            <a:ext cx="4114800" cy="640080"/>
          </a:xfrm>
          <a:prstGeom prst="rect">
            <a:avLst/>
          </a:prstGeom>
          <a:noFill/>
          <a:ln/>
        </p:spPr>
        <p:txBody>
          <a:bodyPr wrap="square" lIns="0" tIns="0" rIns="0" bIns="0" rtlCol="0" anchor="ctr"/>
          <a:lstStyle/>
          <a:p>
            <a:pPr marL="0" indent="0">
              <a:buNone/>
            </a:pPr>
            <a:r>
              <a:rPr lang="en-US" sz="1050" dirty="0">
                <a:solidFill>
                  <a:srgbClr val="78909C"/>
                </a:solidFill>
                <a:latin typeface="Meiryo" pitchFamily="34" charset="0"/>
                <a:ea typeface="Meiryo" pitchFamily="34" charset="-122"/>
                <a:cs typeface="Meiryo" pitchFamily="34" charset="-120"/>
              </a:rPr>
              <a:t>パスワード列の👁アイコンをクリックすると、●●●● ↔ 実際の番号 に切り替わります</a:t>
            </a:r>
            <a:endParaRPr lang="en-US" sz="1050" dirty="0"/>
          </a:p>
        </p:txBody>
      </p:sp>
      <p:sp>
        <p:nvSpPr>
          <p:cNvPr id="11" name="Shape 9"/>
          <p:cNvSpPr/>
          <p:nvPr/>
        </p:nvSpPr>
        <p:spPr>
          <a:xfrm>
            <a:off x="320040" y="2359152"/>
            <a:ext cx="4480560" cy="1170432"/>
          </a:xfrm>
          <a:prstGeom prst="roundRect">
            <a:avLst>
              <a:gd name="adj" fmla="val 7031"/>
            </a:avLst>
          </a:prstGeom>
          <a:solidFill>
            <a:srgbClr val="E8F5E9"/>
          </a:solidFill>
          <a:ln w="12700">
            <a:solidFill>
              <a:srgbClr val="BDBDBD"/>
            </a:solidFill>
            <a:prstDash val="solid"/>
          </a:ln>
        </p:spPr>
      </p:sp>
      <p:sp>
        <p:nvSpPr>
          <p:cNvPr id="12" name="Shape 10"/>
          <p:cNvSpPr/>
          <p:nvPr/>
        </p:nvSpPr>
        <p:spPr>
          <a:xfrm>
            <a:off x="320040" y="2359152"/>
            <a:ext cx="137160" cy="1170432"/>
          </a:xfrm>
          <a:prstGeom prst="rect">
            <a:avLst/>
          </a:prstGeom>
          <a:solidFill>
            <a:srgbClr val="2E7D32"/>
          </a:solidFill>
          <a:ln/>
        </p:spPr>
      </p:sp>
      <p:sp>
        <p:nvSpPr>
          <p:cNvPr id="13" name="Text 11"/>
          <p:cNvSpPr/>
          <p:nvPr/>
        </p:nvSpPr>
        <p:spPr>
          <a:xfrm>
            <a:off x="557784" y="2450592"/>
            <a:ext cx="4114800" cy="310896"/>
          </a:xfrm>
          <a:prstGeom prst="rect">
            <a:avLst/>
          </a:prstGeom>
          <a:noFill/>
          <a:ln/>
        </p:spPr>
        <p:txBody>
          <a:bodyPr wrap="square" lIns="0" tIns="0" rIns="0" bIns="0" rtlCol="0" anchor="ctr"/>
          <a:lstStyle/>
          <a:p>
            <a:pPr marL="0" indent="0">
              <a:buNone/>
            </a:pPr>
            <a:r>
              <a:rPr lang="en-US" sz="1300" b="1" dirty="0">
                <a:solidFill>
                  <a:srgbClr val="3E2723"/>
                </a:solidFill>
                <a:latin typeface="Meiryo" pitchFamily="34" charset="0"/>
                <a:ea typeface="Meiryo" pitchFamily="34" charset="-122"/>
                <a:cs typeface="Meiryo" pitchFamily="34" charset="-120"/>
              </a:rPr>
              <a:t>✏️  変更する</a:t>
            </a:r>
            <a:endParaRPr lang="en-US" sz="1300" dirty="0"/>
          </a:p>
        </p:txBody>
      </p:sp>
      <p:sp>
        <p:nvSpPr>
          <p:cNvPr id="14" name="Text 12"/>
          <p:cNvSpPr/>
          <p:nvPr/>
        </p:nvSpPr>
        <p:spPr>
          <a:xfrm>
            <a:off x="557784" y="2779776"/>
            <a:ext cx="4114800" cy="640080"/>
          </a:xfrm>
          <a:prstGeom prst="rect">
            <a:avLst/>
          </a:prstGeom>
          <a:noFill/>
          <a:ln/>
        </p:spPr>
        <p:txBody>
          <a:bodyPr wrap="square" lIns="0" tIns="0" rIns="0" bIns="0" rtlCol="0" anchor="ctr"/>
          <a:lstStyle/>
          <a:p>
            <a:pPr marL="0" indent="0">
              <a:buNone/>
            </a:pPr>
            <a:r>
              <a:rPr lang="en-US" sz="1050" dirty="0">
                <a:solidFill>
                  <a:srgbClr val="78909C"/>
                </a:solidFill>
                <a:latin typeface="Meiryo" pitchFamily="34" charset="0"/>
                <a:ea typeface="Meiryo" pitchFamily="34" charset="-122"/>
                <a:cs typeface="Meiryo" pitchFamily="34" charset="-120"/>
              </a:rPr>
              <a:t>「変更」ボタンをクリックして新しい番号を入力します。</a:t>
            </a:r>
            <a:endParaRPr lang="en-US" sz="1050" dirty="0"/>
          </a:p>
          <a:p>
            <a:pPr marL="0" indent="0">
              <a:buNone/>
            </a:pPr>
            <a:r>
              <a:rPr lang="en-US" sz="1050" dirty="0">
                <a:solidFill>
                  <a:srgbClr val="78909C"/>
                </a:solidFill>
                <a:latin typeface="Meiryo" pitchFamily="34" charset="0"/>
                <a:ea typeface="Meiryo" pitchFamily="34" charset="-122"/>
                <a:cs typeface="Meiryo" pitchFamily="34" charset="-120"/>
              </a:rPr>
              <a:t>先生が番号を忘れた場合に活用してください。</a:t>
            </a:r>
            <a:endParaRPr lang="en-US" sz="1050" dirty="0"/>
          </a:p>
        </p:txBody>
      </p:sp>
      <p:sp>
        <p:nvSpPr>
          <p:cNvPr id="15" name="Shape 13"/>
          <p:cNvSpPr/>
          <p:nvPr/>
        </p:nvSpPr>
        <p:spPr>
          <a:xfrm>
            <a:off x="320040" y="3657600"/>
            <a:ext cx="4480560" cy="1170432"/>
          </a:xfrm>
          <a:prstGeom prst="roundRect">
            <a:avLst>
              <a:gd name="adj" fmla="val 7031"/>
            </a:avLst>
          </a:prstGeom>
          <a:solidFill>
            <a:srgbClr val="FFF3E0"/>
          </a:solidFill>
          <a:ln w="12700">
            <a:solidFill>
              <a:srgbClr val="BDBDBD"/>
            </a:solidFill>
            <a:prstDash val="solid"/>
          </a:ln>
        </p:spPr>
      </p:sp>
      <p:sp>
        <p:nvSpPr>
          <p:cNvPr id="16" name="Shape 14"/>
          <p:cNvSpPr/>
          <p:nvPr/>
        </p:nvSpPr>
        <p:spPr>
          <a:xfrm>
            <a:off x="320040" y="3657600"/>
            <a:ext cx="137160" cy="1170432"/>
          </a:xfrm>
          <a:prstGeom prst="rect">
            <a:avLst/>
          </a:prstGeom>
          <a:solidFill>
            <a:srgbClr val="FFA726"/>
          </a:solidFill>
          <a:ln/>
        </p:spPr>
      </p:sp>
      <p:sp>
        <p:nvSpPr>
          <p:cNvPr id="17" name="Text 15"/>
          <p:cNvSpPr/>
          <p:nvPr/>
        </p:nvSpPr>
        <p:spPr>
          <a:xfrm>
            <a:off x="557784" y="3749040"/>
            <a:ext cx="4114800" cy="310896"/>
          </a:xfrm>
          <a:prstGeom prst="rect">
            <a:avLst/>
          </a:prstGeom>
          <a:noFill/>
          <a:ln/>
        </p:spPr>
        <p:txBody>
          <a:bodyPr wrap="square" lIns="0" tIns="0" rIns="0" bIns="0" rtlCol="0" anchor="ctr"/>
          <a:lstStyle/>
          <a:p>
            <a:pPr marL="0" indent="0">
              <a:buNone/>
            </a:pPr>
            <a:r>
              <a:rPr lang="en-US" sz="1300" b="1" dirty="0">
                <a:solidFill>
                  <a:srgbClr val="3E2723"/>
                </a:solidFill>
                <a:latin typeface="Meiryo" pitchFamily="34" charset="0"/>
                <a:ea typeface="Meiryo" pitchFamily="34" charset="-122"/>
                <a:cs typeface="Meiryo" pitchFamily="34" charset="-120"/>
              </a:rPr>
              <a:t>🔄  リセットする</a:t>
            </a:r>
            <a:endParaRPr lang="en-US" sz="1300" dirty="0"/>
          </a:p>
        </p:txBody>
      </p:sp>
      <p:sp>
        <p:nvSpPr>
          <p:cNvPr id="18" name="Text 16"/>
          <p:cNvSpPr/>
          <p:nvPr/>
        </p:nvSpPr>
        <p:spPr>
          <a:xfrm>
            <a:off x="557784" y="4078224"/>
            <a:ext cx="4114800" cy="640080"/>
          </a:xfrm>
          <a:prstGeom prst="rect">
            <a:avLst/>
          </a:prstGeom>
          <a:noFill/>
          <a:ln/>
        </p:spPr>
        <p:txBody>
          <a:bodyPr wrap="square" lIns="0" tIns="0" rIns="0" bIns="0" rtlCol="0" anchor="ctr"/>
          <a:lstStyle/>
          <a:p>
            <a:pPr marL="0" indent="0">
              <a:buNone/>
            </a:pPr>
            <a:r>
              <a:rPr lang="en-US" sz="1050" dirty="0">
                <a:solidFill>
                  <a:srgbClr val="78909C"/>
                </a:solidFill>
                <a:latin typeface="Meiryo" pitchFamily="34" charset="0"/>
                <a:ea typeface="Meiryo" pitchFamily="34" charset="-122"/>
                <a:cs typeface="Meiryo" pitchFamily="34" charset="-120"/>
              </a:rPr>
              <a:t>「リセット」ボタンを押すと登録が削除されます。次回ログイン時に先生が新しい番号を設定できます。</a:t>
            </a:r>
            <a:endParaRPr lang="en-US" sz="1050" dirty="0"/>
          </a:p>
        </p:txBody>
      </p:sp>
      <p:sp>
        <p:nvSpPr>
          <p:cNvPr id="19" name="Shape 17"/>
          <p:cNvSpPr/>
          <p:nvPr/>
        </p:nvSpPr>
        <p:spPr>
          <a:xfrm>
            <a:off x="5212080" y="1042416"/>
            <a:ext cx="3520440" cy="3566160"/>
          </a:xfrm>
          <a:prstGeom prst="roundRect">
            <a:avLst>
              <a:gd name="adj" fmla="val 2078"/>
            </a:avLst>
          </a:prstGeom>
          <a:solidFill>
            <a:srgbClr val="FFFFFF"/>
          </a:solidFill>
          <a:ln w="12700">
            <a:solidFill>
              <a:srgbClr val="BDBDBD"/>
            </a:solidFill>
            <a:prstDash val="solid"/>
          </a:ln>
        </p:spPr>
      </p:sp>
      <p:sp>
        <p:nvSpPr>
          <p:cNvPr id="20" name="Text 18"/>
          <p:cNvSpPr/>
          <p:nvPr/>
        </p:nvSpPr>
        <p:spPr>
          <a:xfrm>
            <a:off x="5321808" y="1115568"/>
            <a:ext cx="3300984" cy="274320"/>
          </a:xfrm>
          <a:prstGeom prst="rect">
            <a:avLst/>
          </a:prstGeom>
          <a:noFill/>
          <a:ln/>
        </p:spPr>
        <p:txBody>
          <a:bodyPr wrap="square" lIns="0" tIns="0" rIns="0" bIns="0" rtlCol="0" anchor="ctr"/>
          <a:lstStyle/>
          <a:p>
            <a:pPr marL="0" indent="0">
              <a:buNone/>
            </a:pPr>
            <a:r>
              <a:rPr lang="en-US" sz="1100" b="1" dirty="0">
                <a:solidFill>
                  <a:srgbClr val="3E2723"/>
                </a:solidFill>
                <a:latin typeface="Meiryo" pitchFamily="34" charset="0"/>
                <a:ea typeface="Meiryo" pitchFamily="34" charset="-122"/>
                <a:cs typeface="Meiryo" pitchFamily="34" charset="-120"/>
              </a:rPr>
              <a:t>管理者から見えるパスワード列</a:t>
            </a:r>
            <a:endParaRPr lang="en-US" sz="1100" dirty="0"/>
          </a:p>
        </p:txBody>
      </p:sp>
      <p:sp>
        <p:nvSpPr>
          <p:cNvPr id="21" name="Shape 19"/>
          <p:cNvSpPr/>
          <p:nvPr/>
        </p:nvSpPr>
        <p:spPr>
          <a:xfrm>
            <a:off x="5212080" y="1444752"/>
            <a:ext cx="3520440" cy="274320"/>
          </a:xfrm>
          <a:prstGeom prst="rect">
            <a:avLst/>
          </a:prstGeom>
          <a:solidFill>
            <a:srgbClr val="ECEFF1"/>
          </a:solidFill>
          <a:ln w="6350">
            <a:solidFill>
              <a:srgbClr val="BDBDBD"/>
            </a:solidFill>
            <a:prstDash val="solid"/>
          </a:ln>
        </p:spPr>
      </p:sp>
      <p:sp>
        <p:nvSpPr>
          <p:cNvPr id="22" name="Text 20"/>
          <p:cNvSpPr/>
          <p:nvPr/>
        </p:nvSpPr>
        <p:spPr>
          <a:xfrm>
            <a:off x="5321808" y="1444752"/>
            <a:ext cx="1371600" cy="274320"/>
          </a:xfrm>
          <a:prstGeom prst="rect">
            <a:avLst/>
          </a:prstGeom>
          <a:noFill/>
          <a:ln/>
        </p:spPr>
        <p:txBody>
          <a:bodyPr wrap="square" lIns="0" tIns="0" rIns="0" bIns="0" rtlCol="0" anchor="ctr"/>
          <a:lstStyle/>
          <a:p>
            <a:pPr marL="0" indent="0">
              <a:buNone/>
            </a:pPr>
            <a:r>
              <a:rPr lang="en-US" sz="900" b="1" dirty="0">
                <a:solidFill>
                  <a:srgbClr val="3E2723"/>
                </a:solidFill>
                <a:latin typeface="Meiryo" pitchFamily="34" charset="0"/>
                <a:ea typeface="Meiryo" pitchFamily="34" charset="-122"/>
                <a:cs typeface="Meiryo" pitchFamily="34" charset="-120"/>
              </a:rPr>
              <a:t>氏名</a:t>
            </a:r>
            <a:endParaRPr lang="en-US" sz="900" dirty="0"/>
          </a:p>
        </p:txBody>
      </p:sp>
      <p:sp>
        <p:nvSpPr>
          <p:cNvPr id="23" name="Text 21"/>
          <p:cNvSpPr/>
          <p:nvPr/>
        </p:nvSpPr>
        <p:spPr>
          <a:xfrm>
            <a:off x="6748272" y="1444752"/>
            <a:ext cx="1280160" cy="274320"/>
          </a:xfrm>
          <a:prstGeom prst="rect">
            <a:avLst/>
          </a:prstGeom>
          <a:noFill/>
          <a:ln/>
        </p:spPr>
        <p:txBody>
          <a:bodyPr wrap="square" lIns="0" tIns="0" rIns="0" bIns="0" rtlCol="0" anchor="ctr"/>
          <a:lstStyle/>
          <a:p>
            <a:pPr marL="0" indent="0">
              <a:buNone/>
            </a:pPr>
            <a:r>
              <a:rPr lang="en-US" sz="900" b="1" dirty="0">
                <a:solidFill>
                  <a:srgbClr val="3E2723"/>
                </a:solidFill>
                <a:latin typeface="Meiryo" pitchFamily="34" charset="0"/>
                <a:ea typeface="Meiryo" pitchFamily="34" charset="-122"/>
                <a:cs typeface="Meiryo" pitchFamily="34" charset="-120"/>
              </a:rPr>
              <a:t>パスワード</a:t>
            </a:r>
            <a:endParaRPr lang="en-US" sz="900" dirty="0"/>
          </a:p>
        </p:txBody>
      </p:sp>
      <p:sp>
        <p:nvSpPr>
          <p:cNvPr id="24" name="Shape 22"/>
          <p:cNvSpPr/>
          <p:nvPr/>
        </p:nvSpPr>
        <p:spPr>
          <a:xfrm>
            <a:off x="5212080" y="1719072"/>
            <a:ext cx="3520440" cy="512064"/>
          </a:xfrm>
          <a:prstGeom prst="rect">
            <a:avLst/>
          </a:prstGeom>
          <a:solidFill>
            <a:srgbClr val="FFFFFF"/>
          </a:solidFill>
          <a:ln w="6350">
            <a:solidFill>
              <a:srgbClr val="EEEEEE"/>
            </a:solidFill>
            <a:prstDash val="solid"/>
          </a:ln>
        </p:spPr>
      </p:sp>
      <p:sp>
        <p:nvSpPr>
          <p:cNvPr id="25" name="Text 23"/>
          <p:cNvSpPr/>
          <p:nvPr/>
        </p:nvSpPr>
        <p:spPr>
          <a:xfrm>
            <a:off x="5321808" y="1719072"/>
            <a:ext cx="1371600" cy="512064"/>
          </a:xfrm>
          <a:prstGeom prst="rect">
            <a:avLst/>
          </a:prstGeom>
          <a:noFill/>
          <a:ln/>
        </p:spPr>
        <p:txBody>
          <a:bodyPr wrap="square" lIns="0" tIns="0" rIns="0" bIns="0" rtlCol="0" anchor="ctr"/>
          <a:lstStyle/>
          <a:p>
            <a:pPr marL="0" indent="0">
              <a:buNone/>
            </a:pPr>
            <a:r>
              <a:rPr lang="en-US" sz="950" dirty="0">
                <a:solidFill>
                  <a:srgbClr val="3E2723"/>
                </a:solidFill>
                <a:latin typeface="Meiryo" pitchFamily="34" charset="0"/>
                <a:ea typeface="Meiryo" pitchFamily="34" charset="-122"/>
                <a:cs typeface="Meiryo" pitchFamily="34" charset="-120"/>
              </a:rPr>
              <a:t>山田　花子</a:t>
            </a:r>
            <a:endParaRPr lang="en-US" sz="950" dirty="0"/>
          </a:p>
        </p:txBody>
      </p:sp>
      <p:sp>
        <p:nvSpPr>
          <p:cNvPr id="26" name="Text 24"/>
          <p:cNvSpPr/>
          <p:nvPr/>
        </p:nvSpPr>
        <p:spPr>
          <a:xfrm>
            <a:off x="6748272" y="1719072"/>
            <a:ext cx="1097280" cy="512064"/>
          </a:xfrm>
          <a:prstGeom prst="rect">
            <a:avLst/>
          </a:prstGeom>
          <a:noFill/>
          <a:ln/>
        </p:spPr>
        <p:txBody>
          <a:bodyPr wrap="square" lIns="0" tIns="0" rIns="0" bIns="0" rtlCol="0" anchor="ctr"/>
          <a:lstStyle/>
          <a:p>
            <a:pPr marL="0" indent="0">
              <a:buNone/>
            </a:pPr>
            <a:r>
              <a:rPr lang="en-US" sz="950" dirty="0">
                <a:solidFill>
                  <a:srgbClr val="78909C"/>
                </a:solidFill>
                <a:latin typeface="Meiryo" pitchFamily="34" charset="0"/>
                <a:ea typeface="Meiryo" pitchFamily="34" charset="-122"/>
                <a:cs typeface="Meiryo" pitchFamily="34" charset="-120"/>
              </a:rPr>
              <a:t>●●●●</a:t>
            </a:r>
            <a:endParaRPr lang="en-US" sz="950" dirty="0"/>
          </a:p>
        </p:txBody>
      </p:sp>
      <p:sp>
        <p:nvSpPr>
          <p:cNvPr id="27" name="Shape 25"/>
          <p:cNvSpPr/>
          <p:nvPr/>
        </p:nvSpPr>
        <p:spPr>
          <a:xfrm>
            <a:off x="7936992" y="1847088"/>
            <a:ext cx="457200" cy="256032"/>
          </a:xfrm>
          <a:prstGeom prst="roundRect">
            <a:avLst>
              <a:gd name="adj" fmla="val 14286"/>
            </a:avLst>
          </a:prstGeom>
          <a:solidFill>
            <a:srgbClr val="ECEFF1"/>
          </a:solidFill>
          <a:ln w="6350">
            <a:solidFill>
              <a:srgbClr val="CCCCCC"/>
            </a:solidFill>
            <a:prstDash val="solid"/>
          </a:ln>
        </p:spPr>
      </p:sp>
      <p:sp>
        <p:nvSpPr>
          <p:cNvPr id="28" name="Text 26"/>
          <p:cNvSpPr/>
          <p:nvPr/>
        </p:nvSpPr>
        <p:spPr>
          <a:xfrm>
            <a:off x="7936992" y="1847088"/>
            <a:ext cx="457200" cy="256032"/>
          </a:xfrm>
          <a:prstGeom prst="rect">
            <a:avLst/>
          </a:prstGeom>
          <a:noFill/>
          <a:ln/>
        </p:spPr>
        <p:txBody>
          <a:bodyPr wrap="square" lIns="0" tIns="0" rIns="0" bIns="0" rtlCol="0" anchor="ctr"/>
          <a:lstStyle/>
          <a:p>
            <a:pPr marL="0" indent="0" algn="ctr">
              <a:buNone/>
            </a:pPr>
            <a:r>
              <a:rPr lang="en-US" sz="1200" dirty="0">
                <a:solidFill>
                  <a:srgbClr val="000000"/>
                </a:solidFill>
                <a:latin typeface="Meiryo" pitchFamily="34" charset="0"/>
                <a:ea typeface="Meiryo" pitchFamily="34" charset="-122"/>
                <a:cs typeface="Meiryo" pitchFamily="34" charset="-120"/>
              </a:rPr>
              <a:t>👁</a:t>
            </a:r>
            <a:endParaRPr lang="en-US" sz="1200" dirty="0"/>
          </a:p>
        </p:txBody>
      </p:sp>
      <p:sp>
        <p:nvSpPr>
          <p:cNvPr id="29" name="Shape 27"/>
          <p:cNvSpPr/>
          <p:nvPr/>
        </p:nvSpPr>
        <p:spPr>
          <a:xfrm>
            <a:off x="5212080" y="2231136"/>
            <a:ext cx="3520440" cy="512064"/>
          </a:xfrm>
          <a:prstGeom prst="rect">
            <a:avLst/>
          </a:prstGeom>
          <a:solidFill>
            <a:srgbClr val="FAFAFA"/>
          </a:solidFill>
          <a:ln w="6350">
            <a:solidFill>
              <a:srgbClr val="EEEEEE"/>
            </a:solidFill>
            <a:prstDash val="solid"/>
          </a:ln>
        </p:spPr>
      </p:sp>
      <p:sp>
        <p:nvSpPr>
          <p:cNvPr id="30" name="Text 28"/>
          <p:cNvSpPr/>
          <p:nvPr/>
        </p:nvSpPr>
        <p:spPr>
          <a:xfrm>
            <a:off x="5321808" y="2231136"/>
            <a:ext cx="1371600" cy="512064"/>
          </a:xfrm>
          <a:prstGeom prst="rect">
            <a:avLst/>
          </a:prstGeom>
          <a:noFill/>
          <a:ln/>
        </p:spPr>
        <p:txBody>
          <a:bodyPr wrap="square" lIns="0" tIns="0" rIns="0" bIns="0" rtlCol="0" anchor="ctr"/>
          <a:lstStyle/>
          <a:p>
            <a:pPr marL="0" indent="0">
              <a:buNone/>
            </a:pPr>
            <a:r>
              <a:rPr lang="en-US" sz="950" dirty="0">
                <a:solidFill>
                  <a:srgbClr val="3E2723"/>
                </a:solidFill>
                <a:latin typeface="Meiryo" pitchFamily="34" charset="0"/>
                <a:ea typeface="Meiryo" pitchFamily="34" charset="-122"/>
                <a:cs typeface="Meiryo" pitchFamily="34" charset="-120"/>
              </a:rPr>
              <a:t>鈴木　一郎</a:t>
            </a:r>
            <a:endParaRPr lang="en-US" sz="950" dirty="0"/>
          </a:p>
        </p:txBody>
      </p:sp>
      <p:sp>
        <p:nvSpPr>
          <p:cNvPr id="31" name="Text 29"/>
          <p:cNvSpPr/>
          <p:nvPr/>
        </p:nvSpPr>
        <p:spPr>
          <a:xfrm>
            <a:off x="6748272" y="2231136"/>
            <a:ext cx="1097280" cy="512064"/>
          </a:xfrm>
          <a:prstGeom prst="rect">
            <a:avLst/>
          </a:prstGeom>
          <a:noFill/>
          <a:ln/>
        </p:spPr>
        <p:txBody>
          <a:bodyPr wrap="square" lIns="0" tIns="0" rIns="0" bIns="0" rtlCol="0" anchor="ctr"/>
          <a:lstStyle/>
          <a:p>
            <a:pPr marL="0" indent="0">
              <a:buNone/>
            </a:pPr>
            <a:r>
              <a:rPr lang="en-US" sz="1100" b="1" dirty="0">
                <a:solidFill>
                  <a:srgbClr val="C62828"/>
                </a:solidFill>
                <a:latin typeface="Courier New" pitchFamily="34" charset="0"/>
                <a:ea typeface="Courier New" pitchFamily="34" charset="-122"/>
                <a:cs typeface="Courier New" pitchFamily="34" charset="-120"/>
              </a:rPr>
              <a:t>1234</a:t>
            </a:r>
            <a:endParaRPr lang="en-US" sz="1100" dirty="0"/>
          </a:p>
        </p:txBody>
      </p:sp>
      <p:sp>
        <p:nvSpPr>
          <p:cNvPr id="32" name="Shape 30"/>
          <p:cNvSpPr/>
          <p:nvPr/>
        </p:nvSpPr>
        <p:spPr>
          <a:xfrm>
            <a:off x="7936992" y="2359152"/>
            <a:ext cx="457200" cy="256032"/>
          </a:xfrm>
          <a:prstGeom prst="roundRect">
            <a:avLst>
              <a:gd name="adj" fmla="val 14286"/>
            </a:avLst>
          </a:prstGeom>
          <a:solidFill>
            <a:srgbClr val="ECEFF1"/>
          </a:solidFill>
          <a:ln w="6350">
            <a:solidFill>
              <a:srgbClr val="CCCCCC"/>
            </a:solidFill>
            <a:prstDash val="solid"/>
          </a:ln>
        </p:spPr>
      </p:sp>
      <p:sp>
        <p:nvSpPr>
          <p:cNvPr id="33" name="Text 31"/>
          <p:cNvSpPr/>
          <p:nvPr/>
        </p:nvSpPr>
        <p:spPr>
          <a:xfrm>
            <a:off x="7936992" y="2359152"/>
            <a:ext cx="457200" cy="256032"/>
          </a:xfrm>
          <a:prstGeom prst="rect">
            <a:avLst/>
          </a:prstGeom>
          <a:noFill/>
          <a:ln/>
        </p:spPr>
        <p:txBody>
          <a:bodyPr wrap="square" lIns="0" tIns="0" rIns="0" bIns="0" rtlCol="0" anchor="ctr"/>
          <a:lstStyle/>
          <a:p>
            <a:pPr marL="0" indent="0" algn="ctr">
              <a:buNone/>
            </a:pPr>
            <a:r>
              <a:rPr lang="en-US" sz="1200" dirty="0">
                <a:solidFill>
                  <a:srgbClr val="000000"/>
                </a:solidFill>
                <a:latin typeface="Meiryo" pitchFamily="34" charset="0"/>
                <a:ea typeface="Meiryo" pitchFamily="34" charset="-122"/>
                <a:cs typeface="Meiryo" pitchFamily="34" charset="-120"/>
              </a:rPr>
              <a:t>👁</a:t>
            </a:r>
            <a:endParaRPr lang="en-US" sz="1200" dirty="0"/>
          </a:p>
        </p:txBody>
      </p:sp>
      <p:sp>
        <p:nvSpPr>
          <p:cNvPr id="34" name="Shape 32"/>
          <p:cNvSpPr/>
          <p:nvPr/>
        </p:nvSpPr>
        <p:spPr>
          <a:xfrm>
            <a:off x="5212080" y="2743200"/>
            <a:ext cx="3520440" cy="512064"/>
          </a:xfrm>
          <a:prstGeom prst="rect">
            <a:avLst/>
          </a:prstGeom>
          <a:solidFill>
            <a:srgbClr val="FFFFFF"/>
          </a:solidFill>
          <a:ln w="6350">
            <a:solidFill>
              <a:srgbClr val="EEEEEE"/>
            </a:solidFill>
            <a:prstDash val="solid"/>
          </a:ln>
        </p:spPr>
      </p:sp>
      <p:sp>
        <p:nvSpPr>
          <p:cNvPr id="35" name="Text 33"/>
          <p:cNvSpPr/>
          <p:nvPr/>
        </p:nvSpPr>
        <p:spPr>
          <a:xfrm>
            <a:off x="5321808" y="2743200"/>
            <a:ext cx="1371600" cy="512064"/>
          </a:xfrm>
          <a:prstGeom prst="rect">
            <a:avLst/>
          </a:prstGeom>
          <a:noFill/>
          <a:ln/>
        </p:spPr>
        <p:txBody>
          <a:bodyPr wrap="square" lIns="0" tIns="0" rIns="0" bIns="0" rtlCol="0" anchor="ctr"/>
          <a:lstStyle/>
          <a:p>
            <a:pPr marL="0" indent="0">
              <a:buNone/>
            </a:pPr>
            <a:r>
              <a:rPr lang="en-US" sz="950" dirty="0">
                <a:solidFill>
                  <a:srgbClr val="3E2723"/>
                </a:solidFill>
                <a:latin typeface="Meiryo" pitchFamily="34" charset="0"/>
                <a:ea typeface="Meiryo" pitchFamily="34" charset="-122"/>
                <a:cs typeface="Meiryo" pitchFamily="34" charset="-120"/>
              </a:rPr>
              <a:t>田中　みどり</a:t>
            </a:r>
            <a:endParaRPr lang="en-US" sz="950" dirty="0"/>
          </a:p>
        </p:txBody>
      </p:sp>
      <p:sp>
        <p:nvSpPr>
          <p:cNvPr id="36" name="Text 34"/>
          <p:cNvSpPr/>
          <p:nvPr/>
        </p:nvSpPr>
        <p:spPr>
          <a:xfrm>
            <a:off x="6748272" y="2743200"/>
            <a:ext cx="1097280" cy="512064"/>
          </a:xfrm>
          <a:prstGeom prst="rect">
            <a:avLst/>
          </a:prstGeom>
          <a:noFill/>
          <a:ln/>
        </p:spPr>
        <p:txBody>
          <a:bodyPr wrap="square" lIns="0" tIns="0" rIns="0" bIns="0" rtlCol="0" anchor="ctr"/>
          <a:lstStyle/>
          <a:p>
            <a:pPr marL="0" indent="0">
              <a:buNone/>
            </a:pPr>
            <a:r>
              <a:rPr lang="en-US" sz="950" dirty="0">
                <a:solidFill>
                  <a:srgbClr val="FFA726"/>
                </a:solidFill>
                <a:latin typeface="Meiryo" pitchFamily="34" charset="0"/>
                <a:ea typeface="Meiryo" pitchFamily="34" charset="-122"/>
                <a:cs typeface="Meiryo" pitchFamily="34" charset="-120"/>
              </a:rPr>
              <a:t>（未登録）</a:t>
            </a:r>
            <a:endParaRPr lang="en-US" sz="950" dirty="0"/>
          </a:p>
        </p:txBody>
      </p:sp>
      <p:sp>
        <p:nvSpPr>
          <p:cNvPr id="37" name="Shape 35"/>
          <p:cNvSpPr/>
          <p:nvPr/>
        </p:nvSpPr>
        <p:spPr>
          <a:xfrm>
            <a:off x="5212080" y="3383280"/>
            <a:ext cx="3520440" cy="1225296"/>
          </a:xfrm>
          <a:prstGeom prst="roundRect">
            <a:avLst>
              <a:gd name="adj" fmla="val 5224"/>
            </a:avLst>
          </a:prstGeom>
          <a:solidFill>
            <a:srgbClr val="E0F2F1"/>
          </a:solidFill>
          <a:ln w="19050">
            <a:solidFill>
              <a:srgbClr val="26A69A"/>
            </a:solidFill>
            <a:prstDash val="solid"/>
          </a:ln>
        </p:spPr>
      </p:sp>
      <p:sp>
        <p:nvSpPr>
          <p:cNvPr id="38" name="Text 36"/>
          <p:cNvSpPr/>
          <p:nvPr/>
        </p:nvSpPr>
        <p:spPr>
          <a:xfrm>
            <a:off x="5321808" y="3474720"/>
            <a:ext cx="3300984" cy="237744"/>
          </a:xfrm>
          <a:prstGeom prst="rect">
            <a:avLst/>
          </a:prstGeom>
          <a:noFill/>
          <a:ln/>
        </p:spPr>
        <p:txBody>
          <a:bodyPr wrap="square" lIns="0" tIns="0" rIns="0" bIns="0" rtlCol="0" anchor="ctr"/>
          <a:lstStyle/>
          <a:p>
            <a:pPr marL="0" indent="0">
              <a:buNone/>
            </a:pPr>
            <a:r>
              <a:rPr lang="en-US" sz="950" b="1" dirty="0">
                <a:solidFill>
                  <a:srgbClr val="00796B"/>
                </a:solidFill>
                <a:latin typeface="Meiryo" pitchFamily="34" charset="0"/>
                <a:ea typeface="Meiryo" pitchFamily="34" charset="-122"/>
                <a:cs typeface="Meiryo" pitchFamily="34" charset="-120"/>
              </a:rPr>
              <a:t>● パスワードをリセットする場合</a:t>
            </a:r>
            <a:endParaRPr lang="en-US" sz="950" dirty="0"/>
          </a:p>
        </p:txBody>
      </p:sp>
      <p:sp>
        <p:nvSpPr>
          <p:cNvPr id="39" name="Text 37"/>
          <p:cNvSpPr/>
          <p:nvPr/>
        </p:nvSpPr>
        <p:spPr>
          <a:xfrm>
            <a:off x="5321808" y="3749040"/>
            <a:ext cx="3300984" cy="786384"/>
          </a:xfrm>
          <a:prstGeom prst="rect">
            <a:avLst/>
          </a:prstGeom>
          <a:noFill/>
          <a:ln/>
        </p:spPr>
        <p:txBody>
          <a:bodyPr wrap="square" lIns="0" tIns="0" rIns="0" bIns="0" rtlCol="0" anchor="ctr"/>
          <a:lstStyle/>
          <a:p>
            <a:pPr marL="0" indent="0">
              <a:buNone/>
            </a:pPr>
            <a:r>
              <a:rPr lang="en-US" sz="1000" dirty="0">
                <a:solidFill>
                  <a:srgbClr val="3E2723"/>
                </a:solidFill>
                <a:latin typeface="Meiryo" pitchFamily="34" charset="0"/>
                <a:ea typeface="Meiryo" pitchFamily="34" charset="-122"/>
                <a:cs typeface="Meiryo" pitchFamily="34" charset="-120"/>
              </a:rPr>
              <a:t>「リセット」ボタンを押すと次回ログイン時に先生が新しい番号を自分で設定できます。管理者が代わりに番号を設定したい場合は「変更」ボタンを使います。</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FF8E1"/>
          </a:solidFill>
          <a:ln/>
        </p:spPr>
      </p:sp>
      <p:sp>
        <p:nvSpPr>
          <p:cNvPr id="3" name="Shape 1"/>
          <p:cNvSpPr/>
          <p:nvPr/>
        </p:nvSpPr>
        <p:spPr>
          <a:xfrm>
            <a:off x="0" y="0"/>
            <a:ext cx="9144000" cy="566928"/>
          </a:xfrm>
          <a:prstGeom prst="rect">
            <a:avLst/>
          </a:prstGeom>
          <a:solidFill>
            <a:srgbClr val="1565C0"/>
          </a:solidFill>
          <a:ln/>
        </p:spPr>
      </p:sp>
      <p:sp>
        <p:nvSpPr>
          <p:cNvPr id="4" name="Text 2"/>
          <p:cNvSpPr/>
          <p:nvPr/>
        </p:nvSpPr>
        <p:spPr>
          <a:xfrm>
            <a:off x="320040" y="27432"/>
            <a:ext cx="7315200" cy="201168"/>
          </a:xfrm>
          <a:prstGeom prst="rect">
            <a:avLst/>
          </a:prstGeom>
          <a:noFill/>
          <a:ln/>
        </p:spPr>
        <p:txBody>
          <a:bodyPr wrap="square" lIns="0" tIns="0" rIns="0" bIns="0" rtlCol="0" anchor="ctr"/>
          <a:lstStyle/>
          <a:p>
            <a:pPr marL="0" indent="0">
              <a:buNone/>
            </a:pPr>
            <a:r>
              <a:rPr lang="en-US" sz="900" i="1" dirty="0">
                <a:solidFill>
                  <a:srgbClr val="FFFFFF"/>
                </a:solidFill>
                <a:latin typeface="Meiryo" pitchFamily="34" charset="0"/>
                <a:ea typeface="Meiryo" pitchFamily="34" charset="-122"/>
                <a:cs typeface="Meiryo" pitchFamily="34" charset="-120"/>
              </a:rPr>
              <a:t>管理者マニュアル</a:t>
            </a:r>
            <a:endParaRPr lang="en-US" sz="900" dirty="0"/>
          </a:p>
        </p:txBody>
      </p:sp>
      <p:sp>
        <p:nvSpPr>
          <p:cNvPr id="5" name="Text 3"/>
          <p:cNvSpPr/>
          <p:nvPr/>
        </p:nvSpPr>
        <p:spPr>
          <a:xfrm>
            <a:off x="320040" y="219456"/>
            <a:ext cx="8412480" cy="329184"/>
          </a:xfrm>
          <a:prstGeom prst="rect">
            <a:avLst/>
          </a:prstGeom>
          <a:noFill/>
          <a:ln/>
        </p:spPr>
        <p:txBody>
          <a:bodyPr wrap="square" lIns="0" tIns="0" rIns="0" bIns="0" rtlCol="0" anchor="ctr"/>
          <a:lstStyle/>
          <a:p>
            <a:pPr marL="0" indent="0">
              <a:buNone/>
            </a:pPr>
            <a:r>
              <a:rPr lang="en-US" sz="2000" b="1" dirty="0">
                <a:solidFill>
                  <a:srgbClr val="FFFFFF"/>
                </a:solidFill>
                <a:latin typeface="Meiryo" pitchFamily="34" charset="0"/>
                <a:ea typeface="Meiryo" pitchFamily="34" charset="-122"/>
                <a:cs typeface="Meiryo" pitchFamily="34" charset="-120"/>
              </a:rPr>
              <a:t>書庫管理タブ  ─  記録の閲覧・編集・削除</a:t>
            </a:r>
            <a:endParaRPr lang="en-US" sz="2000" dirty="0"/>
          </a:p>
        </p:txBody>
      </p:sp>
      <p:sp>
        <p:nvSpPr>
          <p:cNvPr id="6" name="Text 4"/>
          <p:cNvSpPr/>
          <p:nvPr/>
        </p:nvSpPr>
        <p:spPr>
          <a:xfrm>
            <a:off x="320040" y="694944"/>
            <a:ext cx="8503920" cy="274320"/>
          </a:xfrm>
          <a:prstGeom prst="rect">
            <a:avLst/>
          </a:prstGeom>
          <a:noFill/>
          <a:ln/>
        </p:spPr>
        <p:txBody>
          <a:bodyPr wrap="square" lIns="0" tIns="0" rIns="0" bIns="0" rtlCol="0" anchor="ctr"/>
          <a:lstStyle/>
          <a:p>
            <a:pPr marL="0" indent="0">
              <a:buNone/>
            </a:pPr>
            <a:r>
              <a:rPr lang="en-US" sz="1100" dirty="0">
                <a:solidFill>
                  <a:srgbClr val="3E2723"/>
                </a:solidFill>
                <a:latin typeface="Meiryo" pitchFamily="34" charset="0"/>
                <a:ea typeface="Meiryo" pitchFamily="34" charset="-122"/>
                <a:cs typeface="Meiryo" pitchFamily="34" charset="-120"/>
              </a:rPr>
              <a:t>「書庫管理」タブで各先生の記録を管理者が確認・編集・削除できます。</a:t>
            </a:r>
            <a:endParaRPr lang="en-US" sz="1100" dirty="0"/>
          </a:p>
        </p:txBody>
      </p:sp>
      <p:sp>
        <p:nvSpPr>
          <p:cNvPr id="7" name="Text 5"/>
          <p:cNvSpPr/>
          <p:nvPr/>
        </p:nvSpPr>
        <p:spPr>
          <a:xfrm>
            <a:off x="320040" y="1060704"/>
            <a:ext cx="4572000" cy="256032"/>
          </a:xfrm>
          <a:prstGeom prst="rect">
            <a:avLst/>
          </a:prstGeom>
          <a:noFill/>
          <a:ln/>
        </p:spPr>
        <p:txBody>
          <a:bodyPr wrap="square" lIns="0" tIns="0" rIns="0" bIns="0" rtlCol="0" anchor="ctr"/>
          <a:lstStyle/>
          <a:p>
            <a:pPr marL="0" indent="0">
              <a:buNone/>
            </a:pPr>
            <a:r>
              <a:rPr lang="en-US" sz="1100" b="1" dirty="0">
                <a:solidFill>
                  <a:srgbClr val="5D4037"/>
                </a:solidFill>
                <a:latin typeface="Meiryo" pitchFamily="34" charset="0"/>
                <a:ea typeface="Meiryo" pitchFamily="34" charset="-122"/>
                <a:cs typeface="Meiryo" pitchFamily="34" charset="-120"/>
              </a:rPr>
              <a:t>【書庫管理タブの使い方】</a:t>
            </a:r>
            <a:endParaRPr lang="en-US" sz="1100" dirty="0"/>
          </a:p>
        </p:txBody>
      </p:sp>
      <p:sp>
        <p:nvSpPr>
          <p:cNvPr id="8" name="Shape 6"/>
          <p:cNvSpPr/>
          <p:nvPr/>
        </p:nvSpPr>
        <p:spPr>
          <a:xfrm>
            <a:off x="320040" y="1389888"/>
            <a:ext cx="4572000" cy="566928"/>
          </a:xfrm>
          <a:prstGeom prst="roundRect">
            <a:avLst>
              <a:gd name="adj" fmla="val 11290"/>
            </a:avLst>
          </a:prstGeom>
          <a:solidFill>
            <a:srgbClr val="FFFFFF"/>
          </a:solidFill>
          <a:ln w="12700">
            <a:solidFill>
              <a:srgbClr val="DDDDDD"/>
            </a:solidFill>
            <a:prstDash val="solid"/>
          </a:ln>
        </p:spPr>
      </p:sp>
      <p:sp>
        <p:nvSpPr>
          <p:cNvPr id="9" name="Shape 7"/>
          <p:cNvSpPr/>
          <p:nvPr/>
        </p:nvSpPr>
        <p:spPr>
          <a:xfrm>
            <a:off x="411480" y="1527048"/>
            <a:ext cx="640080" cy="292608"/>
          </a:xfrm>
          <a:prstGeom prst="roundRect">
            <a:avLst>
              <a:gd name="adj" fmla="val 18750"/>
            </a:avLst>
          </a:prstGeom>
          <a:solidFill>
            <a:srgbClr val="26A69A"/>
          </a:solidFill>
          <a:ln/>
        </p:spPr>
      </p:sp>
      <p:sp>
        <p:nvSpPr>
          <p:cNvPr id="10" name="Text 8"/>
          <p:cNvSpPr/>
          <p:nvPr/>
        </p:nvSpPr>
        <p:spPr>
          <a:xfrm>
            <a:off x="411480" y="1527048"/>
            <a:ext cx="640080" cy="292608"/>
          </a:xfrm>
          <a:prstGeom prst="rect">
            <a:avLst/>
          </a:prstGeom>
          <a:noFill/>
          <a:ln/>
        </p:spPr>
        <p:txBody>
          <a:bodyPr wrap="square" lIns="0" tIns="0" rIns="0" bIns="0" rtlCol="0" anchor="ctr"/>
          <a:lstStyle/>
          <a:p>
            <a:pPr marL="0" indent="0" algn="ctr">
              <a:buNone/>
            </a:pPr>
            <a:r>
              <a:rPr lang="en-US" sz="950" b="1" dirty="0">
                <a:solidFill>
                  <a:srgbClr val="FFFFFF"/>
                </a:solidFill>
                <a:latin typeface="Meiryo" pitchFamily="34" charset="0"/>
                <a:ea typeface="Meiryo" pitchFamily="34" charset="-122"/>
                <a:cs typeface="Meiryo" pitchFamily="34" charset="-120"/>
              </a:rPr>
              <a:t>先生選択</a:t>
            </a:r>
            <a:endParaRPr lang="en-US" sz="950" dirty="0"/>
          </a:p>
        </p:txBody>
      </p:sp>
      <p:sp>
        <p:nvSpPr>
          <p:cNvPr id="11" name="Text 9"/>
          <p:cNvSpPr/>
          <p:nvPr/>
        </p:nvSpPr>
        <p:spPr>
          <a:xfrm>
            <a:off x="1143000" y="1499616"/>
            <a:ext cx="3657600" cy="347472"/>
          </a:xfrm>
          <a:prstGeom prst="rect">
            <a:avLst/>
          </a:prstGeom>
          <a:noFill/>
          <a:ln/>
        </p:spPr>
        <p:txBody>
          <a:bodyPr wrap="square" lIns="0" tIns="0" rIns="0" bIns="0" rtlCol="0" anchor="ctr"/>
          <a:lstStyle/>
          <a:p>
            <a:pPr marL="0" indent="0">
              <a:buNone/>
            </a:pPr>
            <a:r>
              <a:rPr lang="en-US" sz="1000" dirty="0">
                <a:solidFill>
                  <a:srgbClr val="3E2723"/>
                </a:solidFill>
                <a:latin typeface="Meiryo" pitchFamily="34" charset="0"/>
                <a:ea typeface="Meiryo" pitchFamily="34" charset="-122"/>
                <a:cs typeface="Meiryo" pitchFamily="34" charset="-120"/>
              </a:rPr>
              <a:t>ドロップダウンから先生を選ぶと、その先生の記録一覧が表示される</a:t>
            </a:r>
            <a:endParaRPr lang="en-US" sz="1000" dirty="0"/>
          </a:p>
        </p:txBody>
      </p:sp>
      <p:sp>
        <p:nvSpPr>
          <p:cNvPr id="12" name="Shape 10"/>
          <p:cNvSpPr/>
          <p:nvPr/>
        </p:nvSpPr>
        <p:spPr>
          <a:xfrm>
            <a:off x="320040" y="2066544"/>
            <a:ext cx="4572000" cy="566928"/>
          </a:xfrm>
          <a:prstGeom prst="roundRect">
            <a:avLst>
              <a:gd name="adj" fmla="val 11290"/>
            </a:avLst>
          </a:prstGeom>
          <a:solidFill>
            <a:srgbClr val="FFFFFF"/>
          </a:solidFill>
          <a:ln w="12700">
            <a:solidFill>
              <a:srgbClr val="DDDDDD"/>
            </a:solidFill>
            <a:prstDash val="solid"/>
          </a:ln>
        </p:spPr>
      </p:sp>
      <p:sp>
        <p:nvSpPr>
          <p:cNvPr id="13" name="Shape 11"/>
          <p:cNvSpPr/>
          <p:nvPr/>
        </p:nvSpPr>
        <p:spPr>
          <a:xfrm>
            <a:off x="411480" y="2203704"/>
            <a:ext cx="640080" cy="292608"/>
          </a:xfrm>
          <a:prstGeom prst="roundRect">
            <a:avLst>
              <a:gd name="adj" fmla="val 18750"/>
            </a:avLst>
          </a:prstGeom>
          <a:solidFill>
            <a:srgbClr val="1565C0"/>
          </a:solidFill>
          <a:ln/>
        </p:spPr>
      </p:sp>
      <p:sp>
        <p:nvSpPr>
          <p:cNvPr id="14" name="Text 12"/>
          <p:cNvSpPr/>
          <p:nvPr/>
        </p:nvSpPr>
        <p:spPr>
          <a:xfrm>
            <a:off x="411480" y="2203704"/>
            <a:ext cx="640080" cy="292608"/>
          </a:xfrm>
          <a:prstGeom prst="rect">
            <a:avLst/>
          </a:prstGeom>
          <a:noFill/>
          <a:ln/>
        </p:spPr>
        <p:txBody>
          <a:bodyPr wrap="square" lIns="0" tIns="0" rIns="0" bIns="0" rtlCol="0" anchor="ctr"/>
          <a:lstStyle/>
          <a:p>
            <a:pPr marL="0" indent="0" algn="ctr">
              <a:buNone/>
            </a:pPr>
            <a:r>
              <a:rPr lang="en-US" sz="950" b="1" dirty="0">
                <a:solidFill>
                  <a:srgbClr val="FFFFFF"/>
                </a:solidFill>
                <a:latin typeface="Meiryo" pitchFamily="34" charset="0"/>
                <a:ea typeface="Meiryo" pitchFamily="34" charset="-122"/>
                <a:cs typeface="Meiryo" pitchFamily="34" charset="-120"/>
              </a:rPr>
              <a:t>読む</a:t>
            </a:r>
            <a:endParaRPr lang="en-US" sz="950" dirty="0"/>
          </a:p>
        </p:txBody>
      </p:sp>
      <p:sp>
        <p:nvSpPr>
          <p:cNvPr id="15" name="Text 13"/>
          <p:cNvSpPr/>
          <p:nvPr/>
        </p:nvSpPr>
        <p:spPr>
          <a:xfrm>
            <a:off x="1143000" y="2176272"/>
            <a:ext cx="3657600" cy="347472"/>
          </a:xfrm>
          <a:prstGeom prst="rect">
            <a:avLst/>
          </a:prstGeom>
          <a:noFill/>
          <a:ln/>
        </p:spPr>
        <p:txBody>
          <a:bodyPr wrap="square" lIns="0" tIns="0" rIns="0" bIns="0" rtlCol="0" anchor="ctr"/>
          <a:lstStyle/>
          <a:p>
            <a:pPr marL="0" indent="0">
              <a:buNone/>
            </a:pPr>
            <a:r>
              <a:rPr lang="en-US" sz="1000" dirty="0">
                <a:solidFill>
                  <a:srgbClr val="3E2723"/>
                </a:solidFill>
                <a:latin typeface="Meiryo" pitchFamily="34" charset="0"/>
                <a:ea typeface="Meiryo" pitchFamily="34" charset="-122"/>
                <a:cs typeface="Meiryo" pitchFamily="34" charset="-120"/>
              </a:rPr>
              <a:t>記録の全内容（写真含む）を閲覧できる</a:t>
            </a:r>
            <a:endParaRPr lang="en-US" sz="1000" dirty="0"/>
          </a:p>
        </p:txBody>
      </p:sp>
      <p:sp>
        <p:nvSpPr>
          <p:cNvPr id="16" name="Shape 14"/>
          <p:cNvSpPr/>
          <p:nvPr/>
        </p:nvSpPr>
        <p:spPr>
          <a:xfrm>
            <a:off x="320040" y="2743200"/>
            <a:ext cx="4572000" cy="566928"/>
          </a:xfrm>
          <a:prstGeom prst="roundRect">
            <a:avLst>
              <a:gd name="adj" fmla="val 11290"/>
            </a:avLst>
          </a:prstGeom>
          <a:solidFill>
            <a:srgbClr val="FFFFFF"/>
          </a:solidFill>
          <a:ln w="12700">
            <a:solidFill>
              <a:srgbClr val="DDDDDD"/>
            </a:solidFill>
            <a:prstDash val="solid"/>
          </a:ln>
        </p:spPr>
      </p:sp>
      <p:sp>
        <p:nvSpPr>
          <p:cNvPr id="17" name="Shape 15"/>
          <p:cNvSpPr/>
          <p:nvPr/>
        </p:nvSpPr>
        <p:spPr>
          <a:xfrm>
            <a:off x="411480" y="2880360"/>
            <a:ext cx="640080" cy="292608"/>
          </a:xfrm>
          <a:prstGeom prst="roundRect">
            <a:avLst>
              <a:gd name="adj" fmla="val 18750"/>
            </a:avLst>
          </a:prstGeom>
          <a:solidFill>
            <a:srgbClr val="FFA726"/>
          </a:solidFill>
          <a:ln/>
        </p:spPr>
      </p:sp>
      <p:sp>
        <p:nvSpPr>
          <p:cNvPr id="18" name="Text 16"/>
          <p:cNvSpPr/>
          <p:nvPr/>
        </p:nvSpPr>
        <p:spPr>
          <a:xfrm>
            <a:off x="411480" y="2880360"/>
            <a:ext cx="640080" cy="292608"/>
          </a:xfrm>
          <a:prstGeom prst="rect">
            <a:avLst/>
          </a:prstGeom>
          <a:noFill/>
          <a:ln/>
        </p:spPr>
        <p:txBody>
          <a:bodyPr wrap="square" lIns="0" tIns="0" rIns="0" bIns="0" rtlCol="0" anchor="ctr"/>
          <a:lstStyle/>
          <a:p>
            <a:pPr marL="0" indent="0" algn="ctr">
              <a:buNone/>
            </a:pPr>
            <a:r>
              <a:rPr lang="en-US" sz="950" b="1" dirty="0">
                <a:solidFill>
                  <a:srgbClr val="FFFFFF"/>
                </a:solidFill>
                <a:latin typeface="Meiryo" pitchFamily="34" charset="0"/>
                <a:ea typeface="Meiryo" pitchFamily="34" charset="-122"/>
                <a:cs typeface="Meiryo" pitchFamily="34" charset="-120"/>
              </a:rPr>
              <a:t>編集</a:t>
            </a:r>
            <a:endParaRPr lang="en-US" sz="950" dirty="0"/>
          </a:p>
        </p:txBody>
      </p:sp>
      <p:sp>
        <p:nvSpPr>
          <p:cNvPr id="19" name="Text 17"/>
          <p:cNvSpPr/>
          <p:nvPr/>
        </p:nvSpPr>
        <p:spPr>
          <a:xfrm>
            <a:off x="1143000" y="2852928"/>
            <a:ext cx="3657600" cy="347472"/>
          </a:xfrm>
          <a:prstGeom prst="rect">
            <a:avLst/>
          </a:prstGeom>
          <a:noFill/>
          <a:ln/>
        </p:spPr>
        <p:txBody>
          <a:bodyPr wrap="square" lIns="0" tIns="0" rIns="0" bIns="0" rtlCol="0" anchor="ctr"/>
          <a:lstStyle/>
          <a:p>
            <a:pPr marL="0" indent="0">
              <a:buNone/>
            </a:pPr>
            <a:r>
              <a:rPr lang="en-US" sz="1000" dirty="0">
                <a:solidFill>
                  <a:srgbClr val="3E2723"/>
                </a:solidFill>
                <a:latin typeface="Meiryo" pitchFamily="34" charset="0"/>
                <a:ea typeface="Meiryo" pitchFamily="34" charset="-122"/>
                <a:cs typeface="Meiryo" pitchFamily="34" charset="-120"/>
              </a:rPr>
              <a:t>記録の内容を変更して上書き保存できる</a:t>
            </a:r>
            <a:endParaRPr lang="en-US" sz="1000" dirty="0"/>
          </a:p>
        </p:txBody>
      </p:sp>
      <p:sp>
        <p:nvSpPr>
          <p:cNvPr id="20" name="Shape 18"/>
          <p:cNvSpPr/>
          <p:nvPr/>
        </p:nvSpPr>
        <p:spPr>
          <a:xfrm>
            <a:off x="320040" y="3419856"/>
            <a:ext cx="4572000" cy="566928"/>
          </a:xfrm>
          <a:prstGeom prst="roundRect">
            <a:avLst>
              <a:gd name="adj" fmla="val 11290"/>
            </a:avLst>
          </a:prstGeom>
          <a:solidFill>
            <a:srgbClr val="FFFFFF"/>
          </a:solidFill>
          <a:ln w="12700">
            <a:solidFill>
              <a:srgbClr val="DDDDDD"/>
            </a:solidFill>
            <a:prstDash val="solid"/>
          </a:ln>
        </p:spPr>
      </p:sp>
      <p:sp>
        <p:nvSpPr>
          <p:cNvPr id="21" name="Shape 19"/>
          <p:cNvSpPr/>
          <p:nvPr/>
        </p:nvSpPr>
        <p:spPr>
          <a:xfrm>
            <a:off x="411480" y="3557016"/>
            <a:ext cx="640080" cy="292608"/>
          </a:xfrm>
          <a:prstGeom prst="roundRect">
            <a:avLst>
              <a:gd name="adj" fmla="val 18750"/>
            </a:avLst>
          </a:prstGeom>
          <a:solidFill>
            <a:srgbClr val="C62828"/>
          </a:solidFill>
          <a:ln/>
        </p:spPr>
      </p:sp>
      <p:sp>
        <p:nvSpPr>
          <p:cNvPr id="22" name="Text 20"/>
          <p:cNvSpPr/>
          <p:nvPr/>
        </p:nvSpPr>
        <p:spPr>
          <a:xfrm>
            <a:off x="411480" y="3557016"/>
            <a:ext cx="640080" cy="292608"/>
          </a:xfrm>
          <a:prstGeom prst="rect">
            <a:avLst/>
          </a:prstGeom>
          <a:noFill/>
          <a:ln/>
        </p:spPr>
        <p:txBody>
          <a:bodyPr wrap="square" lIns="0" tIns="0" rIns="0" bIns="0" rtlCol="0" anchor="ctr"/>
          <a:lstStyle/>
          <a:p>
            <a:pPr marL="0" indent="0" algn="ctr">
              <a:buNone/>
            </a:pPr>
            <a:r>
              <a:rPr lang="en-US" sz="950" b="1" dirty="0">
                <a:solidFill>
                  <a:srgbClr val="FFFFFF"/>
                </a:solidFill>
                <a:latin typeface="Meiryo" pitchFamily="34" charset="0"/>
                <a:ea typeface="Meiryo" pitchFamily="34" charset="-122"/>
                <a:cs typeface="Meiryo" pitchFamily="34" charset="-120"/>
              </a:rPr>
              <a:t>削除</a:t>
            </a:r>
            <a:endParaRPr lang="en-US" sz="950" dirty="0"/>
          </a:p>
        </p:txBody>
      </p:sp>
      <p:sp>
        <p:nvSpPr>
          <p:cNvPr id="23" name="Text 21"/>
          <p:cNvSpPr/>
          <p:nvPr/>
        </p:nvSpPr>
        <p:spPr>
          <a:xfrm>
            <a:off x="1143000" y="3529584"/>
            <a:ext cx="3657600" cy="347472"/>
          </a:xfrm>
          <a:prstGeom prst="rect">
            <a:avLst/>
          </a:prstGeom>
          <a:noFill/>
          <a:ln/>
        </p:spPr>
        <p:txBody>
          <a:bodyPr wrap="square" lIns="0" tIns="0" rIns="0" bIns="0" rtlCol="0" anchor="ctr"/>
          <a:lstStyle/>
          <a:p>
            <a:pPr marL="0" indent="0">
              <a:buNone/>
            </a:pPr>
            <a:r>
              <a:rPr lang="en-US" sz="1000" dirty="0">
                <a:solidFill>
                  <a:srgbClr val="3E2723"/>
                </a:solidFill>
                <a:latin typeface="Meiryo" pitchFamily="34" charset="0"/>
                <a:ea typeface="Meiryo" pitchFamily="34" charset="-122"/>
                <a:cs typeface="Meiryo" pitchFamily="34" charset="-120"/>
              </a:rPr>
              <a:t>特定の記録を削除できる（元に戻せない）</a:t>
            </a:r>
            <a:endParaRPr lang="en-US" sz="1000" dirty="0"/>
          </a:p>
        </p:txBody>
      </p:sp>
      <p:sp>
        <p:nvSpPr>
          <p:cNvPr id="24" name="Shape 22"/>
          <p:cNvSpPr/>
          <p:nvPr/>
        </p:nvSpPr>
        <p:spPr>
          <a:xfrm>
            <a:off x="320040" y="4096512"/>
            <a:ext cx="4572000" cy="566928"/>
          </a:xfrm>
          <a:prstGeom prst="roundRect">
            <a:avLst>
              <a:gd name="adj" fmla="val 11290"/>
            </a:avLst>
          </a:prstGeom>
          <a:solidFill>
            <a:srgbClr val="FFFFFF"/>
          </a:solidFill>
          <a:ln w="12700">
            <a:solidFill>
              <a:srgbClr val="DDDDDD"/>
            </a:solidFill>
            <a:prstDash val="solid"/>
          </a:ln>
        </p:spPr>
      </p:sp>
      <p:sp>
        <p:nvSpPr>
          <p:cNvPr id="25" name="Shape 23"/>
          <p:cNvSpPr/>
          <p:nvPr/>
        </p:nvSpPr>
        <p:spPr>
          <a:xfrm>
            <a:off x="411480" y="4233672"/>
            <a:ext cx="640080" cy="292608"/>
          </a:xfrm>
          <a:prstGeom prst="roundRect">
            <a:avLst>
              <a:gd name="adj" fmla="val 18750"/>
            </a:avLst>
          </a:prstGeom>
          <a:solidFill>
            <a:srgbClr val="C62828"/>
          </a:solidFill>
          <a:ln/>
        </p:spPr>
      </p:sp>
      <p:sp>
        <p:nvSpPr>
          <p:cNvPr id="26" name="Text 24"/>
          <p:cNvSpPr/>
          <p:nvPr/>
        </p:nvSpPr>
        <p:spPr>
          <a:xfrm>
            <a:off x="411480" y="4233672"/>
            <a:ext cx="640080" cy="292608"/>
          </a:xfrm>
          <a:prstGeom prst="rect">
            <a:avLst/>
          </a:prstGeom>
          <a:noFill/>
          <a:ln/>
        </p:spPr>
        <p:txBody>
          <a:bodyPr wrap="square" lIns="0" tIns="0" rIns="0" bIns="0" rtlCol="0" anchor="ctr"/>
          <a:lstStyle/>
          <a:p>
            <a:pPr marL="0" indent="0" algn="ctr">
              <a:buNone/>
            </a:pPr>
            <a:r>
              <a:rPr lang="en-US" sz="950" b="1" dirty="0">
                <a:solidFill>
                  <a:srgbClr val="FFFFFF"/>
                </a:solidFill>
                <a:latin typeface="Meiryo" pitchFamily="34" charset="0"/>
                <a:ea typeface="Meiryo" pitchFamily="34" charset="-122"/>
                <a:cs typeface="Meiryo" pitchFamily="34" charset="-120"/>
              </a:rPr>
              <a:t>一括削除</a:t>
            </a:r>
            <a:endParaRPr lang="en-US" sz="950" dirty="0"/>
          </a:p>
        </p:txBody>
      </p:sp>
      <p:sp>
        <p:nvSpPr>
          <p:cNvPr id="27" name="Text 25"/>
          <p:cNvSpPr/>
          <p:nvPr/>
        </p:nvSpPr>
        <p:spPr>
          <a:xfrm>
            <a:off x="1143000" y="4206240"/>
            <a:ext cx="3657600" cy="347472"/>
          </a:xfrm>
          <a:prstGeom prst="rect">
            <a:avLst/>
          </a:prstGeom>
          <a:noFill/>
          <a:ln/>
        </p:spPr>
        <p:txBody>
          <a:bodyPr wrap="square" lIns="0" tIns="0" rIns="0" bIns="0" rtlCol="0" anchor="ctr"/>
          <a:lstStyle/>
          <a:p>
            <a:pPr marL="0" indent="0">
              <a:buNone/>
            </a:pPr>
            <a:r>
              <a:rPr lang="en-US" sz="1000" dirty="0">
                <a:solidFill>
                  <a:srgbClr val="3E2723"/>
                </a:solidFill>
                <a:latin typeface="Meiryo" pitchFamily="34" charset="0"/>
                <a:ea typeface="Meiryo" pitchFamily="34" charset="-122"/>
                <a:cs typeface="Meiryo" pitchFamily="34" charset="-120"/>
              </a:rPr>
              <a:t>選択した先生の全記録を削除できる</a:t>
            </a:r>
            <a:endParaRPr lang="en-US" sz="1000" dirty="0"/>
          </a:p>
        </p:txBody>
      </p:sp>
      <p:sp>
        <p:nvSpPr>
          <p:cNvPr id="28" name="Shape 26"/>
          <p:cNvSpPr/>
          <p:nvPr/>
        </p:nvSpPr>
        <p:spPr>
          <a:xfrm>
            <a:off x="320040" y="4713732"/>
            <a:ext cx="4572000" cy="329184"/>
          </a:xfrm>
          <a:prstGeom prst="roundRect">
            <a:avLst>
              <a:gd name="adj" fmla="val 15909"/>
            </a:avLst>
          </a:prstGeom>
          <a:solidFill>
            <a:srgbClr val="FFF3E0"/>
          </a:solidFill>
          <a:ln w="19050">
            <a:solidFill>
              <a:srgbClr val="FFA726"/>
            </a:solidFill>
            <a:prstDash val="solid"/>
          </a:ln>
        </p:spPr>
      </p:sp>
      <p:sp>
        <p:nvSpPr>
          <p:cNvPr id="29" name="Text 27"/>
          <p:cNvSpPr/>
          <p:nvPr/>
        </p:nvSpPr>
        <p:spPr>
          <a:xfrm>
            <a:off x="429768" y="4759452"/>
            <a:ext cx="4352544" cy="237744"/>
          </a:xfrm>
          <a:prstGeom prst="rect">
            <a:avLst/>
          </a:prstGeom>
          <a:noFill/>
          <a:ln/>
        </p:spPr>
        <p:txBody>
          <a:bodyPr wrap="square" lIns="0" tIns="0" rIns="0" bIns="0" rtlCol="0" anchor="ctr"/>
          <a:lstStyle/>
          <a:p>
            <a:pPr marL="0" indent="0">
              <a:buNone/>
            </a:pPr>
            <a:r>
              <a:rPr lang="en-US" sz="1000" dirty="0">
                <a:solidFill>
                  <a:srgbClr val="BF360C"/>
                </a:solidFill>
                <a:latin typeface="Meiryo" pitchFamily="34" charset="0"/>
                <a:ea typeface="Meiryo" pitchFamily="34" charset="-122"/>
                <a:cs typeface="Meiryo" pitchFamily="34" charset="-120"/>
              </a:rPr>
              <a:t>⚠  削除した記録は元に戻せません。削除前に必ず確認してください。</a:t>
            </a:r>
            <a:endParaRPr lang="en-US" sz="1000" dirty="0"/>
          </a:p>
        </p:txBody>
      </p:sp>
      <p:sp>
        <p:nvSpPr>
          <p:cNvPr id="30" name="Shape 28"/>
          <p:cNvSpPr/>
          <p:nvPr/>
        </p:nvSpPr>
        <p:spPr>
          <a:xfrm>
            <a:off x="5120640" y="1042416"/>
            <a:ext cx="3703320" cy="3584448"/>
          </a:xfrm>
          <a:prstGeom prst="roundRect">
            <a:avLst>
              <a:gd name="adj" fmla="val 1531"/>
            </a:avLst>
          </a:prstGeom>
          <a:solidFill>
            <a:srgbClr val="FFFFFF"/>
          </a:solidFill>
          <a:ln w="12700">
            <a:solidFill>
              <a:srgbClr val="BDBDBD"/>
            </a:solidFill>
            <a:prstDash val="solid"/>
          </a:ln>
        </p:spPr>
      </p:sp>
      <p:sp>
        <p:nvSpPr>
          <p:cNvPr id="31" name="Shape 29"/>
          <p:cNvSpPr/>
          <p:nvPr/>
        </p:nvSpPr>
        <p:spPr>
          <a:xfrm>
            <a:off x="5120640" y="1042416"/>
            <a:ext cx="3703320" cy="237744"/>
          </a:xfrm>
          <a:prstGeom prst="rect">
            <a:avLst/>
          </a:prstGeom>
          <a:solidFill>
            <a:srgbClr val="F5F5F5"/>
          </a:solidFill>
          <a:ln w="6350">
            <a:solidFill>
              <a:srgbClr val="BDBDBD"/>
            </a:solidFill>
            <a:prstDash val="solid"/>
          </a:ln>
        </p:spPr>
      </p:sp>
      <p:sp>
        <p:nvSpPr>
          <p:cNvPr id="32" name="Shape 30"/>
          <p:cNvSpPr/>
          <p:nvPr/>
        </p:nvSpPr>
        <p:spPr>
          <a:xfrm>
            <a:off x="5202936" y="1124712"/>
            <a:ext cx="91440" cy="91440"/>
          </a:xfrm>
          <a:prstGeom prst="ellipse">
            <a:avLst/>
          </a:prstGeom>
          <a:solidFill>
            <a:srgbClr val="E53935"/>
          </a:solidFill>
          <a:ln/>
        </p:spPr>
      </p:sp>
      <p:sp>
        <p:nvSpPr>
          <p:cNvPr id="33" name="Shape 31"/>
          <p:cNvSpPr/>
          <p:nvPr/>
        </p:nvSpPr>
        <p:spPr>
          <a:xfrm>
            <a:off x="5321808" y="1124712"/>
            <a:ext cx="91440" cy="91440"/>
          </a:xfrm>
          <a:prstGeom prst="ellipse">
            <a:avLst/>
          </a:prstGeom>
          <a:solidFill>
            <a:srgbClr val="FDD835"/>
          </a:solidFill>
          <a:ln/>
        </p:spPr>
      </p:sp>
      <p:sp>
        <p:nvSpPr>
          <p:cNvPr id="34" name="Shape 32"/>
          <p:cNvSpPr/>
          <p:nvPr/>
        </p:nvSpPr>
        <p:spPr>
          <a:xfrm>
            <a:off x="5440680" y="1124712"/>
            <a:ext cx="91440" cy="91440"/>
          </a:xfrm>
          <a:prstGeom prst="ellipse">
            <a:avLst/>
          </a:prstGeom>
          <a:solidFill>
            <a:srgbClr val="43A047"/>
          </a:solidFill>
          <a:ln/>
        </p:spPr>
      </p:sp>
      <p:sp>
        <p:nvSpPr>
          <p:cNvPr id="35" name="Shape 33"/>
          <p:cNvSpPr/>
          <p:nvPr/>
        </p:nvSpPr>
        <p:spPr>
          <a:xfrm>
            <a:off x="5559552" y="1097280"/>
            <a:ext cx="3191256" cy="137160"/>
          </a:xfrm>
          <a:prstGeom prst="roundRect">
            <a:avLst>
              <a:gd name="adj" fmla="val 20000"/>
            </a:avLst>
          </a:prstGeom>
          <a:solidFill>
            <a:srgbClr val="FFFFFF"/>
          </a:solidFill>
          <a:ln w="6350">
            <a:solidFill>
              <a:srgbClr val="DDDDDD"/>
            </a:solidFill>
            <a:prstDash val="solid"/>
          </a:ln>
        </p:spPr>
      </p:sp>
      <p:sp>
        <p:nvSpPr>
          <p:cNvPr id="36" name="Text 34"/>
          <p:cNvSpPr/>
          <p:nvPr/>
        </p:nvSpPr>
        <p:spPr>
          <a:xfrm>
            <a:off x="5596128" y="1097280"/>
            <a:ext cx="3118104" cy="137160"/>
          </a:xfrm>
          <a:prstGeom prst="rect">
            <a:avLst/>
          </a:prstGeom>
          <a:noFill/>
          <a:ln/>
        </p:spPr>
        <p:txBody>
          <a:bodyPr wrap="square" lIns="0" tIns="0" rIns="0" bIns="0" rtlCol="0" anchor="ctr"/>
          <a:lstStyle/>
          <a:p>
            <a:pPr marL="0" indent="0">
              <a:buNone/>
            </a:pPr>
            <a:r>
              <a:rPr lang="en-US" sz="650" dirty="0">
                <a:solidFill>
                  <a:srgbClr val="78909C"/>
                </a:solidFill>
                <a:latin typeface="Courier New" pitchFamily="34" charset="0"/>
                <a:ea typeface="Courier New" pitchFamily="34" charset="-122"/>
                <a:cs typeface="Courier New" pitchFamily="34" charset="-120"/>
              </a:rPr>
              <a:t>…/exec?page=admin（書庫管理）</a:t>
            </a:r>
            <a:endParaRPr lang="en-US" sz="650" dirty="0"/>
          </a:p>
        </p:txBody>
      </p:sp>
      <p:sp>
        <p:nvSpPr>
          <p:cNvPr id="37" name="Shape 35"/>
          <p:cNvSpPr/>
          <p:nvPr/>
        </p:nvSpPr>
        <p:spPr>
          <a:xfrm>
            <a:off x="5120640" y="1280160"/>
            <a:ext cx="3703320" cy="329184"/>
          </a:xfrm>
          <a:prstGeom prst="rect">
            <a:avLst/>
          </a:prstGeom>
          <a:solidFill>
            <a:srgbClr val="0D47A1"/>
          </a:solidFill>
          <a:ln/>
        </p:spPr>
      </p:sp>
      <p:sp>
        <p:nvSpPr>
          <p:cNvPr id="38" name="Shape 36"/>
          <p:cNvSpPr/>
          <p:nvPr/>
        </p:nvSpPr>
        <p:spPr>
          <a:xfrm>
            <a:off x="5120640" y="1609344"/>
            <a:ext cx="3703320" cy="274320"/>
          </a:xfrm>
          <a:prstGeom prst="rect">
            <a:avLst/>
          </a:prstGeom>
          <a:solidFill>
            <a:srgbClr val="1565C0"/>
          </a:solidFill>
          <a:ln/>
        </p:spPr>
      </p:sp>
      <p:sp>
        <p:nvSpPr>
          <p:cNvPr id="39" name="Text 37"/>
          <p:cNvSpPr/>
          <p:nvPr/>
        </p:nvSpPr>
        <p:spPr>
          <a:xfrm>
            <a:off x="5257800" y="1609344"/>
            <a:ext cx="2286000" cy="274320"/>
          </a:xfrm>
          <a:prstGeom prst="rect">
            <a:avLst/>
          </a:prstGeom>
          <a:noFill/>
          <a:ln/>
        </p:spPr>
        <p:txBody>
          <a:bodyPr wrap="square" lIns="0" tIns="0" rIns="0" bIns="0" rtlCol="0" anchor="ctr"/>
          <a:lstStyle/>
          <a:p>
            <a:pPr marL="0" indent="0">
              <a:buNone/>
            </a:pPr>
            <a:r>
              <a:rPr lang="en-US" sz="1000" b="1" dirty="0">
                <a:solidFill>
                  <a:srgbClr val="FFFFFF"/>
                </a:solidFill>
                <a:latin typeface="Meiryo" pitchFamily="34" charset="0"/>
                <a:ea typeface="Meiryo" pitchFamily="34" charset="-122"/>
                <a:cs typeface="Meiryo" pitchFamily="34" charset="-120"/>
              </a:rPr>
              <a:t>📚 書庫管理</a:t>
            </a:r>
            <a:endParaRPr lang="en-US" sz="1000" dirty="0"/>
          </a:p>
        </p:txBody>
      </p:sp>
      <p:sp>
        <p:nvSpPr>
          <p:cNvPr id="40" name="Shape 38"/>
          <p:cNvSpPr/>
          <p:nvPr/>
        </p:nvSpPr>
        <p:spPr>
          <a:xfrm>
            <a:off x="5212080" y="1938528"/>
            <a:ext cx="3520440" cy="2505456"/>
          </a:xfrm>
          <a:prstGeom prst="rect">
            <a:avLst/>
          </a:prstGeom>
          <a:solidFill>
            <a:srgbClr val="FFFFFF"/>
          </a:solidFill>
          <a:ln w="12700">
            <a:solidFill>
              <a:srgbClr val="CCCCCC"/>
            </a:solidFill>
            <a:prstDash val="solid"/>
          </a:ln>
        </p:spPr>
      </p:sp>
      <p:sp>
        <p:nvSpPr>
          <p:cNvPr id="41" name="Text 39"/>
          <p:cNvSpPr/>
          <p:nvPr/>
        </p:nvSpPr>
        <p:spPr>
          <a:xfrm>
            <a:off x="5303520" y="1993392"/>
            <a:ext cx="1097280" cy="237744"/>
          </a:xfrm>
          <a:prstGeom prst="rect">
            <a:avLst/>
          </a:prstGeom>
          <a:noFill/>
          <a:ln/>
        </p:spPr>
        <p:txBody>
          <a:bodyPr wrap="square" lIns="0" tIns="0" rIns="0" bIns="0" rtlCol="0" anchor="ctr"/>
          <a:lstStyle/>
          <a:p>
            <a:pPr marL="0" indent="0">
              <a:buNone/>
            </a:pPr>
            <a:r>
              <a:rPr lang="en-US" sz="950" dirty="0">
                <a:solidFill>
                  <a:srgbClr val="3E2723"/>
                </a:solidFill>
                <a:latin typeface="Meiryo" pitchFamily="34" charset="0"/>
                <a:ea typeface="Meiryo" pitchFamily="34" charset="-122"/>
                <a:cs typeface="Meiryo" pitchFamily="34" charset="-120"/>
              </a:rPr>
              <a:t>先生を選択：</a:t>
            </a:r>
            <a:endParaRPr lang="en-US" sz="950" dirty="0"/>
          </a:p>
        </p:txBody>
      </p:sp>
      <p:sp>
        <p:nvSpPr>
          <p:cNvPr id="42" name="Shape 40"/>
          <p:cNvSpPr/>
          <p:nvPr/>
        </p:nvSpPr>
        <p:spPr>
          <a:xfrm>
            <a:off x="6419088" y="1993392"/>
            <a:ext cx="2011680" cy="256032"/>
          </a:xfrm>
          <a:prstGeom prst="roundRect">
            <a:avLst>
              <a:gd name="adj" fmla="val 14286"/>
            </a:avLst>
          </a:prstGeom>
          <a:solidFill>
            <a:srgbClr val="FFFFFF"/>
          </a:solidFill>
          <a:ln w="6350">
            <a:solidFill>
              <a:srgbClr val="CCCCCC"/>
            </a:solidFill>
            <a:prstDash val="solid"/>
          </a:ln>
        </p:spPr>
      </p:sp>
      <p:sp>
        <p:nvSpPr>
          <p:cNvPr id="43" name="Text 41"/>
          <p:cNvSpPr/>
          <p:nvPr/>
        </p:nvSpPr>
        <p:spPr>
          <a:xfrm>
            <a:off x="6510528" y="1993392"/>
            <a:ext cx="1828800" cy="256032"/>
          </a:xfrm>
          <a:prstGeom prst="rect">
            <a:avLst/>
          </a:prstGeom>
          <a:noFill/>
          <a:ln/>
        </p:spPr>
        <p:txBody>
          <a:bodyPr wrap="square" lIns="0" tIns="0" rIns="0" bIns="0" rtlCol="0" anchor="ctr"/>
          <a:lstStyle/>
          <a:p>
            <a:pPr marL="0" indent="0">
              <a:buNone/>
            </a:pPr>
            <a:r>
              <a:rPr lang="en-US" sz="950" dirty="0">
                <a:solidFill>
                  <a:srgbClr val="3E2723"/>
                </a:solidFill>
                <a:latin typeface="Meiryo" pitchFamily="34" charset="0"/>
                <a:ea typeface="Meiryo" pitchFamily="34" charset="-122"/>
                <a:cs typeface="Meiryo" pitchFamily="34" charset="-120"/>
              </a:rPr>
              <a:t>山田　花子　▼</a:t>
            </a:r>
            <a:endParaRPr lang="en-US" sz="950" dirty="0"/>
          </a:p>
        </p:txBody>
      </p:sp>
      <p:sp>
        <p:nvSpPr>
          <p:cNvPr id="44" name="Shape 42"/>
          <p:cNvSpPr/>
          <p:nvPr/>
        </p:nvSpPr>
        <p:spPr>
          <a:xfrm>
            <a:off x="8321040" y="2011680"/>
            <a:ext cx="347472" cy="219456"/>
          </a:xfrm>
          <a:prstGeom prst="roundRect">
            <a:avLst>
              <a:gd name="adj" fmla="val 16667"/>
            </a:avLst>
          </a:prstGeom>
          <a:solidFill>
            <a:srgbClr val="C62828"/>
          </a:solidFill>
          <a:ln/>
        </p:spPr>
      </p:sp>
      <p:sp>
        <p:nvSpPr>
          <p:cNvPr id="45" name="Text 43"/>
          <p:cNvSpPr/>
          <p:nvPr/>
        </p:nvSpPr>
        <p:spPr>
          <a:xfrm>
            <a:off x="8321040" y="2011680"/>
            <a:ext cx="347472" cy="219456"/>
          </a:xfrm>
          <a:prstGeom prst="rect">
            <a:avLst/>
          </a:prstGeom>
          <a:noFill/>
          <a:ln/>
        </p:spPr>
        <p:txBody>
          <a:bodyPr wrap="square" lIns="0" tIns="0" rIns="0" bIns="0" rtlCol="0" anchor="ctr"/>
          <a:lstStyle/>
          <a:p>
            <a:pPr marL="0" indent="0" algn="ctr">
              <a:buNone/>
            </a:pPr>
            <a:r>
              <a:rPr lang="en-US" sz="700" dirty="0">
                <a:solidFill>
                  <a:srgbClr val="FFFFFF"/>
                </a:solidFill>
                <a:latin typeface="Meiryo" pitchFamily="34" charset="0"/>
                <a:ea typeface="Meiryo" pitchFamily="34" charset="-122"/>
                <a:cs typeface="Meiryo" pitchFamily="34" charset="-120"/>
              </a:rPr>
              <a:t>一括削除</a:t>
            </a:r>
            <a:endParaRPr lang="en-US" sz="700" dirty="0"/>
          </a:p>
        </p:txBody>
      </p:sp>
      <p:sp>
        <p:nvSpPr>
          <p:cNvPr id="46" name="Shape 44"/>
          <p:cNvSpPr/>
          <p:nvPr/>
        </p:nvSpPr>
        <p:spPr>
          <a:xfrm>
            <a:off x="5212080" y="2304288"/>
            <a:ext cx="3520440" cy="274320"/>
          </a:xfrm>
          <a:prstGeom prst="rect">
            <a:avLst/>
          </a:prstGeom>
          <a:solidFill>
            <a:srgbClr val="E3F2FD"/>
          </a:solidFill>
          <a:ln w="6350">
            <a:solidFill>
              <a:srgbClr val="90CAF9"/>
            </a:solidFill>
            <a:prstDash val="solid"/>
          </a:ln>
        </p:spPr>
      </p:sp>
      <p:sp>
        <p:nvSpPr>
          <p:cNvPr id="47" name="Text 45"/>
          <p:cNvSpPr/>
          <p:nvPr/>
        </p:nvSpPr>
        <p:spPr>
          <a:xfrm>
            <a:off x="5321808" y="2322576"/>
            <a:ext cx="3337560" cy="237744"/>
          </a:xfrm>
          <a:prstGeom prst="rect">
            <a:avLst/>
          </a:prstGeom>
          <a:noFill/>
          <a:ln/>
        </p:spPr>
        <p:txBody>
          <a:bodyPr wrap="square" lIns="0" tIns="0" rIns="0" bIns="0" rtlCol="0" anchor="ctr"/>
          <a:lstStyle/>
          <a:p>
            <a:pPr marL="0" indent="0">
              <a:buNone/>
            </a:pPr>
            <a:r>
              <a:rPr lang="en-US" sz="1000" b="1" dirty="0">
                <a:solidFill>
                  <a:srgbClr val="0D47A1"/>
                </a:solidFill>
                <a:latin typeface="Meiryo" pitchFamily="34" charset="0"/>
                <a:ea typeface="Meiryo" pitchFamily="34" charset="-122"/>
                <a:cs typeface="Meiryo" pitchFamily="34" charset="-120"/>
              </a:rPr>
              <a:t>📚 3冊　　👁 合計 12回閲覧</a:t>
            </a:r>
            <a:endParaRPr lang="en-US" sz="1000" dirty="0"/>
          </a:p>
        </p:txBody>
      </p:sp>
      <p:sp>
        <p:nvSpPr>
          <p:cNvPr id="48" name="Shape 46"/>
          <p:cNvSpPr/>
          <p:nvPr/>
        </p:nvSpPr>
        <p:spPr>
          <a:xfrm>
            <a:off x="5212080" y="2578608"/>
            <a:ext cx="1737360" cy="256032"/>
          </a:xfrm>
          <a:prstGeom prst="rect">
            <a:avLst/>
          </a:prstGeom>
          <a:solidFill>
            <a:srgbClr val="ECEFF1"/>
          </a:solidFill>
          <a:ln w="6350">
            <a:solidFill>
              <a:srgbClr val="BDBDBD"/>
            </a:solidFill>
            <a:prstDash val="solid"/>
          </a:ln>
        </p:spPr>
      </p:sp>
      <p:sp>
        <p:nvSpPr>
          <p:cNvPr id="49" name="Text 47"/>
          <p:cNvSpPr/>
          <p:nvPr/>
        </p:nvSpPr>
        <p:spPr>
          <a:xfrm>
            <a:off x="5248656" y="2578608"/>
            <a:ext cx="1664208" cy="256032"/>
          </a:xfrm>
          <a:prstGeom prst="rect">
            <a:avLst/>
          </a:prstGeom>
          <a:noFill/>
          <a:ln/>
        </p:spPr>
        <p:txBody>
          <a:bodyPr wrap="square" lIns="0" tIns="0" rIns="0" bIns="0" rtlCol="0" anchor="ctr"/>
          <a:lstStyle/>
          <a:p>
            <a:pPr marL="0" indent="0">
              <a:buNone/>
            </a:pPr>
            <a:r>
              <a:rPr lang="en-US" sz="850" b="1" dirty="0">
                <a:solidFill>
                  <a:srgbClr val="3E2723"/>
                </a:solidFill>
                <a:latin typeface="Meiryo" pitchFamily="34" charset="0"/>
                <a:ea typeface="Meiryo" pitchFamily="34" charset="-122"/>
                <a:cs typeface="Meiryo" pitchFamily="34" charset="-120"/>
              </a:rPr>
              <a:t>タイトル</a:t>
            </a:r>
            <a:endParaRPr lang="en-US" sz="850" dirty="0"/>
          </a:p>
        </p:txBody>
      </p:sp>
      <p:sp>
        <p:nvSpPr>
          <p:cNvPr id="50" name="Shape 48"/>
          <p:cNvSpPr/>
          <p:nvPr/>
        </p:nvSpPr>
        <p:spPr>
          <a:xfrm>
            <a:off x="6949440" y="2578608"/>
            <a:ext cx="566928" cy="256032"/>
          </a:xfrm>
          <a:prstGeom prst="rect">
            <a:avLst/>
          </a:prstGeom>
          <a:solidFill>
            <a:srgbClr val="ECEFF1"/>
          </a:solidFill>
          <a:ln w="6350">
            <a:solidFill>
              <a:srgbClr val="BDBDBD"/>
            </a:solidFill>
            <a:prstDash val="solid"/>
          </a:ln>
        </p:spPr>
      </p:sp>
      <p:sp>
        <p:nvSpPr>
          <p:cNvPr id="51" name="Text 49"/>
          <p:cNvSpPr/>
          <p:nvPr/>
        </p:nvSpPr>
        <p:spPr>
          <a:xfrm>
            <a:off x="6986016" y="2578608"/>
            <a:ext cx="493776" cy="256032"/>
          </a:xfrm>
          <a:prstGeom prst="rect">
            <a:avLst/>
          </a:prstGeom>
          <a:noFill/>
          <a:ln/>
        </p:spPr>
        <p:txBody>
          <a:bodyPr wrap="square" lIns="0" tIns="0" rIns="0" bIns="0" rtlCol="0" anchor="ctr"/>
          <a:lstStyle/>
          <a:p>
            <a:pPr marL="0" indent="0">
              <a:buNone/>
            </a:pPr>
            <a:r>
              <a:rPr lang="en-US" sz="850" b="1" dirty="0">
                <a:solidFill>
                  <a:srgbClr val="3E2723"/>
                </a:solidFill>
                <a:latin typeface="Meiryo" pitchFamily="34" charset="0"/>
                <a:ea typeface="Meiryo" pitchFamily="34" charset="-122"/>
                <a:cs typeface="Meiryo" pitchFamily="34" charset="-120"/>
              </a:rPr>
              <a:t>日付</a:t>
            </a:r>
            <a:endParaRPr lang="en-US" sz="850" dirty="0"/>
          </a:p>
        </p:txBody>
      </p:sp>
      <p:sp>
        <p:nvSpPr>
          <p:cNvPr id="52" name="Shape 50"/>
          <p:cNvSpPr/>
          <p:nvPr/>
        </p:nvSpPr>
        <p:spPr>
          <a:xfrm>
            <a:off x="7516368" y="2578608"/>
            <a:ext cx="402336" cy="256032"/>
          </a:xfrm>
          <a:prstGeom prst="rect">
            <a:avLst/>
          </a:prstGeom>
          <a:solidFill>
            <a:srgbClr val="ECEFF1"/>
          </a:solidFill>
          <a:ln w="6350">
            <a:solidFill>
              <a:srgbClr val="BDBDBD"/>
            </a:solidFill>
            <a:prstDash val="solid"/>
          </a:ln>
        </p:spPr>
      </p:sp>
      <p:sp>
        <p:nvSpPr>
          <p:cNvPr id="53" name="Text 51"/>
          <p:cNvSpPr/>
          <p:nvPr/>
        </p:nvSpPr>
        <p:spPr>
          <a:xfrm>
            <a:off x="7552944" y="2578608"/>
            <a:ext cx="329184" cy="256032"/>
          </a:xfrm>
          <a:prstGeom prst="rect">
            <a:avLst/>
          </a:prstGeom>
          <a:noFill/>
          <a:ln/>
        </p:spPr>
        <p:txBody>
          <a:bodyPr wrap="square" lIns="0" tIns="0" rIns="0" bIns="0" rtlCol="0" anchor="ctr"/>
          <a:lstStyle/>
          <a:p>
            <a:pPr marL="0" indent="0">
              <a:buNone/>
            </a:pPr>
            <a:r>
              <a:rPr lang="en-US" sz="850" b="1" dirty="0">
                <a:solidFill>
                  <a:srgbClr val="3E2723"/>
                </a:solidFill>
                <a:latin typeface="Meiryo" pitchFamily="34" charset="0"/>
                <a:ea typeface="Meiryo" pitchFamily="34" charset="-122"/>
                <a:cs typeface="Meiryo" pitchFamily="34" charset="-120"/>
              </a:rPr>
              <a:t>閲覧</a:t>
            </a:r>
            <a:endParaRPr lang="en-US" sz="850" dirty="0"/>
          </a:p>
        </p:txBody>
      </p:sp>
      <p:sp>
        <p:nvSpPr>
          <p:cNvPr id="54" name="Shape 52"/>
          <p:cNvSpPr/>
          <p:nvPr/>
        </p:nvSpPr>
        <p:spPr>
          <a:xfrm>
            <a:off x="7918704" y="2578608"/>
            <a:ext cx="841248" cy="256032"/>
          </a:xfrm>
          <a:prstGeom prst="rect">
            <a:avLst/>
          </a:prstGeom>
          <a:solidFill>
            <a:srgbClr val="ECEFF1"/>
          </a:solidFill>
          <a:ln w="6350">
            <a:solidFill>
              <a:srgbClr val="BDBDBD"/>
            </a:solidFill>
            <a:prstDash val="solid"/>
          </a:ln>
        </p:spPr>
      </p:sp>
      <p:sp>
        <p:nvSpPr>
          <p:cNvPr id="55" name="Text 53"/>
          <p:cNvSpPr/>
          <p:nvPr/>
        </p:nvSpPr>
        <p:spPr>
          <a:xfrm>
            <a:off x="7955280" y="2578608"/>
            <a:ext cx="768096" cy="256032"/>
          </a:xfrm>
          <a:prstGeom prst="rect">
            <a:avLst/>
          </a:prstGeom>
          <a:noFill/>
          <a:ln/>
        </p:spPr>
        <p:txBody>
          <a:bodyPr wrap="square" lIns="0" tIns="0" rIns="0" bIns="0" rtlCol="0" anchor="ctr"/>
          <a:lstStyle/>
          <a:p>
            <a:pPr marL="0" indent="0">
              <a:buNone/>
            </a:pPr>
            <a:r>
              <a:rPr lang="en-US" sz="850" b="1" dirty="0">
                <a:solidFill>
                  <a:srgbClr val="3E2723"/>
                </a:solidFill>
                <a:latin typeface="Meiryo" pitchFamily="34" charset="0"/>
                <a:ea typeface="Meiryo" pitchFamily="34" charset="-122"/>
                <a:cs typeface="Meiryo" pitchFamily="34" charset="-120"/>
              </a:rPr>
              <a:t>操作</a:t>
            </a:r>
            <a:endParaRPr lang="en-US" sz="850" dirty="0"/>
          </a:p>
        </p:txBody>
      </p:sp>
      <p:sp>
        <p:nvSpPr>
          <p:cNvPr id="56" name="Shape 54"/>
          <p:cNvSpPr/>
          <p:nvPr/>
        </p:nvSpPr>
        <p:spPr>
          <a:xfrm>
            <a:off x="5212080" y="2834640"/>
            <a:ext cx="1737360" cy="347472"/>
          </a:xfrm>
          <a:prstGeom prst="rect">
            <a:avLst/>
          </a:prstGeom>
          <a:solidFill>
            <a:srgbClr val="FFFFFF"/>
          </a:solidFill>
          <a:ln w="6350">
            <a:solidFill>
              <a:srgbClr val="EEEEEE"/>
            </a:solidFill>
            <a:prstDash val="solid"/>
          </a:ln>
        </p:spPr>
      </p:sp>
      <p:sp>
        <p:nvSpPr>
          <p:cNvPr id="57" name="Text 55"/>
          <p:cNvSpPr/>
          <p:nvPr/>
        </p:nvSpPr>
        <p:spPr>
          <a:xfrm>
            <a:off x="5239512" y="2834640"/>
            <a:ext cx="1682496" cy="347472"/>
          </a:xfrm>
          <a:prstGeom prst="rect">
            <a:avLst/>
          </a:prstGeom>
          <a:noFill/>
          <a:ln/>
        </p:spPr>
        <p:txBody>
          <a:bodyPr wrap="square" lIns="0" tIns="0" rIns="0" bIns="0" rtlCol="0" anchor="ctr"/>
          <a:lstStyle/>
          <a:p>
            <a:pPr marL="0" indent="0">
              <a:buNone/>
            </a:pPr>
            <a:r>
              <a:rPr lang="en-US" sz="800" dirty="0">
                <a:solidFill>
                  <a:srgbClr val="3E2723"/>
                </a:solidFill>
                <a:latin typeface="Meiryo" pitchFamily="34" charset="0"/>
                <a:ea typeface="Meiryo" pitchFamily="34" charset="-122"/>
                <a:cs typeface="Meiryo" pitchFamily="34" charset="-120"/>
              </a:rPr>
              <a:t>算数「分数のわり算」導入場面</a:t>
            </a:r>
            <a:endParaRPr lang="en-US" sz="800" dirty="0"/>
          </a:p>
        </p:txBody>
      </p:sp>
      <p:sp>
        <p:nvSpPr>
          <p:cNvPr id="58" name="Shape 56"/>
          <p:cNvSpPr/>
          <p:nvPr/>
        </p:nvSpPr>
        <p:spPr>
          <a:xfrm>
            <a:off x="6949440" y="2834640"/>
            <a:ext cx="566928" cy="347472"/>
          </a:xfrm>
          <a:prstGeom prst="rect">
            <a:avLst/>
          </a:prstGeom>
          <a:solidFill>
            <a:srgbClr val="FFFFFF"/>
          </a:solidFill>
          <a:ln w="6350">
            <a:solidFill>
              <a:srgbClr val="EEEEEE"/>
            </a:solidFill>
            <a:prstDash val="solid"/>
          </a:ln>
        </p:spPr>
      </p:sp>
      <p:sp>
        <p:nvSpPr>
          <p:cNvPr id="59" name="Text 57"/>
          <p:cNvSpPr/>
          <p:nvPr/>
        </p:nvSpPr>
        <p:spPr>
          <a:xfrm>
            <a:off x="6976872" y="2834640"/>
            <a:ext cx="512064" cy="347472"/>
          </a:xfrm>
          <a:prstGeom prst="rect">
            <a:avLst/>
          </a:prstGeom>
          <a:noFill/>
          <a:ln/>
        </p:spPr>
        <p:txBody>
          <a:bodyPr wrap="square" lIns="0" tIns="0" rIns="0" bIns="0" rtlCol="0" anchor="ctr"/>
          <a:lstStyle/>
          <a:p>
            <a:pPr marL="0" indent="0">
              <a:buNone/>
            </a:pPr>
            <a:r>
              <a:rPr lang="en-US" sz="800" dirty="0">
                <a:solidFill>
                  <a:srgbClr val="3E2723"/>
                </a:solidFill>
                <a:latin typeface="Meiryo" pitchFamily="34" charset="0"/>
                <a:ea typeface="Meiryo" pitchFamily="34" charset="-122"/>
                <a:cs typeface="Meiryo" pitchFamily="34" charset="-120"/>
              </a:rPr>
              <a:t>4/15</a:t>
            </a:r>
            <a:endParaRPr lang="en-US" sz="800" dirty="0"/>
          </a:p>
        </p:txBody>
      </p:sp>
      <p:sp>
        <p:nvSpPr>
          <p:cNvPr id="60" name="Shape 58"/>
          <p:cNvSpPr/>
          <p:nvPr/>
        </p:nvSpPr>
        <p:spPr>
          <a:xfrm>
            <a:off x="7516368" y="2834640"/>
            <a:ext cx="402336" cy="347472"/>
          </a:xfrm>
          <a:prstGeom prst="rect">
            <a:avLst/>
          </a:prstGeom>
          <a:solidFill>
            <a:srgbClr val="FFFFFF"/>
          </a:solidFill>
          <a:ln w="6350">
            <a:solidFill>
              <a:srgbClr val="EEEEEE"/>
            </a:solidFill>
            <a:prstDash val="solid"/>
          </a:ln>
        </p:spPr>
      </p:sp>
      <p:sp>
        <p:nvSpPr>
          <p:cNvPr id="61" name="Text 59"/>
          <p:cNvSpPr/>
          <p:nvPr/>
        </p:nvSpPr>
        <p:spPr>
          <a:xfrm>
            <a:off x="7543800" y="2834640"/>
            <a:ext cx="347472" cy="347472"/>
          </a:xfrm>
          <a:prstGeom prst="rect">
            <a:avLst/>
          </a:prstGeom>
          <a:noFill/>
          <a:ln/>
        </p:spPr>
        <p:txBody>
          <a:bodyPr wrap="square" lIns="0" tIns="0" rIns="0" bIns="0" rtlCol="0" anchor="ctr"/>
          <a:lstStyle/>
          <a:p>
            <a:pPr marL="0" indent="0">
              <a:buNone/>
            </a:pPr>
            <a:r>
              <a:rPr lang="en-US" sz="800" dirty="0">
                <a:solidFill>
                  <a:srgbClr val="3E2723"/>
                </a:solidFill>
                <a:latin typeface="Meiryo" pitchFamily="34" charset="0"/>
                <a:ea typeface="Meiryo" pitchFamily="34" charset="-122"/>
                <a:cs typeface="Meiryo" pitchFamily="34" charset="-120"/>
              </a:rPr>
              <a:t>5回</a:t>
            </a:r>
            <a:endParaRPr lang="en-US" sz="800" dirty="0"/>
          </a:p>
        </p:txBody>
      </p:sp>
      <p:sp>
        <p:nvSpPr>
          <p:cNvPr id="62" name="Shape 60"/>
          <p:cNvSpPr/>
          <p:nvPr/>
        </p:nvSpPr>
        <p:spPr>
          <a:xfrm>
            <a:off x="7918704" y="2889504"/>
            <a:ext cx="256032" cy="237744"/>
          </a:xfrm>
          <a:prstGeom prst="roundRect">
            <a:avLst>
              <a:gd name="adj" fmla="val 15385"/>
            </a:avLst>
          </a:prstGeom>
          <a:solidFill>
            <a:srgbClr val="1565C0"/>
          </a:solidFill>
          <a:ln/>
        </p:spPr>
      </p:sp>
      <p:sp>
        <p:nvSpPr>
          <p:cNvPr id="63" name="Text 61"/>
          <p:cNvSpPr/>
          <p:nvPr/>
        </p:nvSpPr>
        <p:spPr>
          <a:xfrm>
            <a:off x="7918704" y="2889504"/>
            <a:ext cx="256032" cy="237744"/>
          </a:xfrm>
          <a:prstGeom prst="rect">
            <a:avLst/>
          </a:prstGeom>
          <a:noFill/>
          <a:ln/>
        </p:spPr>
        <p:txBody>
          <a:bodyPr wrap="square" lIns="0" tIns="0" rIns="0" bIns="0" rtlCol="0" anchor="ctr"/>
          <a:lstStyle/>
          <a:p>
            <a:pPr marL="0" indent="0" algn="ctr">
              <a:buNone/>
            </a:pPr>
            <a:r>
              <a:rPr lang="en-US" sz="700" dirty="0">
                <a:solidFill>
                  <a:srgbClr val="FFFFFF"/>
                </a:solidFill>
                <a:latin typeface="Meiryo" pitchFamily="34" charset="0"/>
                <a:ea typeface="Meiryo" pitchFamily="34" charset="-122"/>
                <a:cs typeface="Meiryo" pitchFamily="34" charset="-120"/>
              </a:rPr>
              <a:t>読む</a:t>
            </a:r>
            <a:endParaRPr lang="en-US" sz="700" dirty="0"/>
          </a:p>
        </p:txBody>
      </p:sp>
      <p:sp>
        <p:nvSpPr>
          <p:cNvPr id="64" name="Shape 62"/>
          <p:cNvSpPr/>
          <p:nvPr/>
        </p:nvSpPr>
        <p:spPr>
          <a:xfrm>
            <a:off x="8211312" y="2889504"/>
            <a:ext cx="256032" cy="237744"/>
          </a:xfrm>
          <a:prstGeom prst="roundRect">
            <a:avLst>
              <a:gd name="adj" fmla="val 15385"/>
            </a:avLst>
          </a:prstGeom>
          <a:solidFill>
            <a:srgbClr val="FFA726"/>
          </a:solidFill>
          <a:ln/>
        </p:spPr>
      </p:sp>
      <p:sp>
        <p:nvSpPr>
          <p:cNvPr id="65" name="Text 63"/>
          <p:cNvSpPr/>
          <p:nvPr/>
        </p:nvSpPr>
        <p:spPr>
          <a:xfrm>
            <a:off x="8211312" y="2889504"/>
            <a:ext cx="256032" cy="237744"/>
          </a:xfrm>
          <a:prstGeom prst="rect">
            <a:avLst/>
          </a:prstGeom>
          <a:noFill/>
          <a:ln/>
        </p:spPr>
        <p:txBody>
          <a:bodyPr wrap="square" lIns="0" tIns="0" rIns="0" bIns="0" rtlCol="0" anchor="ctr"/>
          <a:lstStyle/>
          <a:p>
            <a:pPr marL="0" indent="0" algn="ctr">
              <a:buNone/>
            </a:pPr>
            <a:r>
              <a:rPr lang="en-US" sz="700" dirty="0">
                <a:solidFill>
                  <a:srgbClr val="FFFFFF"/>
                </a:solidFill>
                <a:latin typeface="Meiryo" pitchFamily="34" charset="0"/>
                <a:ea typeface="Meiryo" pitchFamily="34" charset="-122"/>
                <a:cs typeface="Meiryo" pitchFamily="34" charset="-120"/>
              </a:rPr>
              <a:t>編集</a:t>
            </a:r>
            <a:endParaRPr lang="en-US" sz="700" dirty="0"/>
          </a:p>
        </p:txBody>
      </p:sp>
      <p:sp>
        <p:nvSpPr>
          <p:cNvPr id="66" name="Shape 64"/>
          <p:cNvSpPr/>
          <p:nvPr/>
        </p:nvSpPr>
        <p:spPr>
          <a:xfrm>
            <a:off x="8503920" y="2889504"/>
            <a:ext cx="256032" cy="237744"/>
          </a:xfrm>
          <a:prstGeom prst="roundRect">
            <a:avLst>
              <a:gd name="adj" fmla="val 15385"/>
            </a:avLst>
          </a:prstGeom>
          <a:solidFill>
            <a:srgbClr val="C62828"/>
          </a:solidFill>
          <a:ln/>
        </p:spPr>
      </p:sp>
      <p:sp>
        <p:nvSpPr>
          <p:cNvPr id="67" name="Text 65"/>
          <p:cNvSpPr/>
          <p:nvPr/>
        </p:nvSpPr>
        <p:spPr>
          <a:xfrm>
            <a:off x="8503920" y="2889504"/>
            <a:ext cx="256032" cy="237744"/>
          </a:xfrm>
          <a:prstGeom prst="rect">
            <a:avLst/>
          </a:prstGeom>
          <a:noFill/>
          <a:ln/>
        </p:spPr>
        <p:txBody>
          <a:bodyPr wrap="square" lIns="0" tIns="0" rIns="0" bIns="0" rtlCol="0" anchor="ctr"/>
          <a:lstStyle/>
          <a:p>
            <a:pPr marL="0" indent="0" algn="ctr">
              <a:buNone/>
            </a:pPr>
            <a:r>
              <a:rPr lang="en-US" sz="700" dirty="0">
                <a:solidFill>
                  <a:srgbClr val="FFFFFF"/>
                </a:solidFill>
                <a:latin typeface="Meiryo" pitchFamily="34" charset="0"/>
                <a:ea typeface="Meiryo" pitchFamily="34" charset="-122"/>
                <a:cs typeface="Meiryo" pitchFamily="34" charset="-120"/>
              </a:rPr>
              <a:t>削除</a:t>
            </a:r>
            <a:endParaRPr lang="en-US" sz="700" dirty="0"/>
          </a:p>
        </p:txBody>
      </p:sp>
      <p:sp>
        <p:nvSpPr>
          <p:cNvPr id="68" name="Shape 66"/>
          <p:cNvSpPr/>
          <p:nvPr/>
        </p:nvSpPr>
        <p:spPr>
          <a:xfrm>
            <a:off x="5212080" y="3182112"/>
            <a:ext cx="1737360" cy="347472"/>
          </a:xfrm>
          <a:prstGeom prst="rect">
            <a:avLst/>
          </a:prstGeom>
          <a:solidFill>
            <a:srgbClr val="FAFAFA"/>
          </a:solidFill>
          <a:ln w="6350">
            <a:solidFill>
              <a:srgbClr val="EEEEEE"/>
            </a:solidFill>
            <a:prstDash val="solid"/>
          </a:ln>
        </p:spPr>
      </p:sp>
      <p:sp>
        <p:nvSpPr>
          <p:cNvPr id="69" name="Text 67"/>
          <p:cNvSpPr/>
          <p:nvPr/>
        </p:nvSpPr>
        <p:spPr>
          <a:xfrm>
            <a:off x="5239512" y="3182112"/>
            <a:ext cx="1682496" cy="347472"/>
          </a:xfrm>
          <a:prstGeom prst="rect">
            <a:avLst/>
          </a:prstGeom>
          <a:noFill/>
          <a:ln/>
        </p:spPr>
        <p:txBody>
          <a:bodyPr wrap="square" lIns="0" tIns="0" rIns="0" bIns="0" rtlCol="0" anchor="ctr"/>
          <a:lstStyle/>
          <a:p>
            <a:pPr marL="0" indent="0">
              <a:buNone/>
            </a:pPr>
            <a:r>
              <a:rPr lang="en-US" sz="800" dirty="0">
                <a:solidFill>
                  <a:srgbClr val="3E2723"/>
                </a:solidFill>
                <a:latin typeface="Meiryo" pitchFamily="34" charset="0"/>
                <a:ea typeface="Meiryo" pitchFamily="34" charset="-122"/>
                <a:cs typeface="Meiryo" pitchFamily="34" charset="-120"/>
              </a:rPr>
              <a:t>詩の授業の発問への反応</a:t>
            </a:r>
            <a:endParaRPr lang="en-US" sz="800" dirty="0"/>
          </a:p>
        </p:txBody>
      </p:sp>
      <p:sp>
        <p:nvSpPr>
          <p:cNvPr id="70" name="Shape 68"/>
          <p:cNvSpPr/>
          <p:nvPr/>
        </p:nvSpPr>
        <p:spPr>
          <a:xfrm>
            <a:off x="6949440" y="3182112"/>
            <a:ext cx="566928" cy="347472"/>
          </a:xfrm>
          <a:prstGeom prst="rect">
            <a:avLst/>
          </a:prstGeom>
          <a:solidFill>
            <a:srgbClr val="FAFAFA"/>
          </a:solidFill>
          <a:ln w="6350">
            <a:solidFill>
              <a:srgbClr val="EEEEEE"/>
            </a:solidFill>
            <a:prstDash val="solid"/>
          </a:ln>
        </p:spPr>
      </p:sp>
      <p:sp>
        <p:nvSpPr>
          <p:cNvPr id="71" name="Text 69"/>
          <p:cNvSpPr/>
          <p:nvPr/>
        </p:nvSpPr>
        <p:spPr>
          <a:xfrm>
            <a:off x="6976872" y="3182112"/>
            <a:ext cx="512064" cy="347472"/>
          </a:xfrm>
          <a:prstGeom prst="rect">
            <a:avLst/>
          </a:prstGeom>
          <a:noFill/>
          <a:ln/>
        </p:spPr>
        <p:txBody>
          <a:bodyPr wrap="square" lIns="0" tIns="0" rIns="0" bIns="0" rtlCol="0" anchor="ctr"/>
          <a:lstStyle/>
          <a:p>
            <a:pPr marL="0" indent="0">
              <a:buNone/>
            </a:pPr>
            <a:r>
              <a:rPr lang="en-US" sz="800" dirty="0">
                <a:solidFill>
                  <a:srgbClr val="3E2723"/>
                </a:solidFill>
                <a:latin typeface="Meiryo" pitchFamily="34" charset="0"/>
                <a:ea typeface="Meiryo" pitchFamily="34" charset="-122"/>
                <a:cs typeface="Meiryo" pitchFamily="34" charset="-120"/>
              </a:rPr>
              <a:t>4/10</a:t>
            </a:r>
            <a:endParaRPr lang="en-US" sz="800" dirty="0"/>
          </a:p>
        </p:txBody>
      </p:sp>
      <p:sp>
        <p:nvSpPr>
          <p:cNvPr id="72" name="Shape 70"/>
          <p:cNvSpPr/>
          <p:nvPr/>
        </p:nvSpPr>
        <p:spPr>
          <a:xfrm>
            <a:off x="7516368" y="3182112"/>
            <a:ext cx="402336" cy="347472"/>
          </a:xfrm>
          <a:prstGeom prst="rect">
            <a:avLst/>
          </a:prstGeom>
          <a:solidFill>
            <a:srgbClr val="FAFAFA"/>
          </a:solidFill>
          <a:ln w="6350">
            <a:solidFill>
              <a:srgbClr val="EEEEEE"/>
            </a:solidFill>
            <a:prstDash val="solid"/>
          </a:ln>
        </p:spPr>
      </p:sp>
      <p:sp>
        <p:nvSpPr>
          <p:cNvPr id="73" name="Text 71"/>
          <p:cNvSpPr/>
          <p:nvPr/>
        </p:nvSpPr>
        <p:spPr>
          <a:xfrm>
            <a:off x="7543800" y="3182112"/>
            <a:ext cx="347472" cy="347472"/>
          </a:xfrm>
          <a:prstGeom prst="rect">
            <a:avLst/>
          </a:prstGeom>
          <a:noFill/>
          <a:ln/>
        </p:spPr>
        <p:txBody>
          <a:bodyPr wrap="square" lIns="0" tIns="0" rIns="0" bIns="0" rtlCol="0" anchor="ctr"/>
          <a:lstStyle/>
          <a:p>
            <a:pPr marL="0" indent="0">
              <a:buNone/>
            </a:pPr>
            <a:r>
              <a:rPr lang="en-US" sz="800" dirty="0">
                <a:solidFill>
                  <a:srgbClr val="3E2723"/>
                </a:solidFill>
                <a:latin typeface="Meiryo" pitchFamily="34" charset="0"/>
                <a:ea typeface="Meiryo" pitchFamily="34" charset="-122"/>
                <a:cs typeface="Meiryo" pitchFamily="34" charset="-120"/>
              </a:rPr>
              <a:t>4回</a:t>
            </a:r>
            <a:endParaRPr lang="en-US" sz="800" dirty="0"/>
          </a:p>
        </p:txBody>
      </p:sp>
      <p:sp>
        <p:nvSpPr>
          <p:cNvPr id="74" name="Shape 72"/>
          <p:cNvSpPr/>
          <p:nvPr/>
        </p:nvSpPr>
        <p:spPr>
          <a:xfrm>
            <a:off x="7918704" y="3236976"/>
            <a:ext cx="256032" cy="237744"/>
          </a:xfrm>
          <a:prstGeom prst="roundRect">
            <a:avLst>
              <a:gd name="adj" fmla="val 15385"/>
            </a:avLst>
          </a:prstGeom>
          <a:solidFill>
            <a:srgbClr val="1565C0"/>
          </a:solidFill>
          <a:ln/>
        </p:spPr>
      </p:sp>
      <p:sp>
        <p:nvSpPr>
          <p:cNvPr id="75" name="Text 73"/>
          <p:cNvSpPr/>
          <p:nvPr/>
        </p:nvSpPr>
        <p:spPr>
          <a:xfrm>
            <a:off x="7918704" y="3236976"/>
            <a:ext cx="256032" cy="237744"/>
          </a:xfrm>
          <a:prstGeom prst="rect">
            <a:avLst/>
          </a:prstGeom>
          <a:noFill/>
          <a:ln/>
        </p:spPr>
        <p:txBody>
          <a:bodyPr wrap="square" lIns="0" tIns="0" rIns="0" bIns="0" rtlCol="0" anchor="ctr"/>
          <a:lstStyle/>
          <a:p>
            <a:pPr marL="0" indent="0" algn="ctr">
              <a:buNone/>
            </a:pPr>
            <a:r>
              <a:rPr lang="en-US" sz="700" dirty="0">
                <a:solidFill>
                  <a:srgbClr val="FFFFFF"/>
                </a:solidFill>
                <a:latin typeface="Meiryo" pitchFamily="34" charset="0"/>
                <a:ea typeface="Meiryo" pitchFamily="34" charset="-122"/>
                <a:cs typeface="Meiryo" pitchFamily="34" charset="-120"/>
              </a:rPr>
              <a:t>読む</a:t>
            </a:r>
            <a:endParaRPr lang="en-US" sz="700" dirty="0"/>
          </a:p>
        </p:txBody>
      </p:sp>
      <p:sp>
        <p:nvSpPr>
          <p:cNvPr id="76" name="Shape 74"/>
          <p:cNvSpPr/>
          <p:nvPr/>
        </p:nvSpPr>
        <p:spPr>
          <a:xfrm>
            <a:off x="8211312" y="3236976"/>
            <a:ext cx="256032" cy="237744"/>
          </a:xfrm>
          <a:prstGeom prst="roundRect">
            <a:avLst>
              <a:gd name="adj" fmla="val 15385"/>
            </a:avLst>
          </a:prstGeom>
          <a:solidFill>
            <a:srgbClr val="FFA726"/>
          </a:solidFill>
          <a:ln/>
        </p:spPr>
      </p:sp>
      <p:sp>
        <p:nvSpPr>
          <p:cNvPr id="77" name="Text 75"/>
          <p:cNvSpPr/>
          <p:nvPr/>
        </p:nvSpPr>
        <p:spPr>
          <a:xfrm>
            <a:off x="8211312" y="3236976"/>
            <a:ext cx="256032" cy="237744"/>
          </a:xfrm>
          <a:prstGeom prst="rect">
            <a:avLst/>
          </a:prstGeom>
          <a:noFill/>
          <a:ln/>
        </p:spPr>
        <p:txBody>
          <a:bodyPr wrap="square" lIns="0" tIns="0" rIns="0" bIns="0" rtlCol="0" anchor="ctr"/>
          <a:lstStyle/>
          <a:p>
            <a:pPr marL="0" indent="0" algn="ctr">
              <a:buNone/>
            </a:pPr>
            <a:r>
              <a:rPr lang="en-US" sz="700" dirty="0">
                <a:solidFill>
                  <a:srgbClr val="FFFFFF"/>
                </a:solidFill>
                <a:latin typeface="Meiryo" pitchFamily="34" charset="0"/>
                <a:ea typeface="Meiryo" pitchFamily="34" charset="-122"/>
                <a:cs typeface="Meiryo" pitchFamily="34" charset="-120"/>
              </a:rPr>
              <a:t>編集</a:t>
            </a:r>
            <a:endParaRPr lang="en-US" sz="700" dirty="0"/>
          </a:p>
        </p:txBody>
      </p:sp>
      <p:sp>
        <p:nvSpPr>
          <p:cNvPr id="78" name="Shape 76"/>
          <p:cNvSpPr/>
          <p:nvPr/>
        </p:nvSpPr>
        <p:spPr>
          <a:xfrm>
            <a:off x="8503920" y="3236976"/>
            <a:ext cx="256032" cy="237744"/>
          </a:xfrm>
          <a:prstGeom prst="roundRect">
            <a:avLst>
              <a:gd name="adj" fmla="val 15385"/>
            </a:avLst>
          </a:prstGeom>
          <a:solidFill>
            <a:srgbClr val="C62828"/>
          </a:solidFill>
          <a:ln/>
        </p:spPr>
      </p:sp>
      <p:sp>
        <p:nvSpPr>
          <p:cNvPr id="79" name="Text 77"/>
          <p:cNvSpPr/>
          <p:nvPr/>
        </p:nvSpPr>
        <p:spPr>
          <a:xfrm>
            <a:off x="8503920" y="3236976"/>
            <a:ext cx="256032" cy="237744"/>
          </a:xfrm>
          <a:prstGeom prst="rect">
            <a:avLst/>
          </a:prstGeom>
          <a:noFill/>
          <a:ln/>
        </p:spPr>
        <p:txBody>
          <a:bodyPr wrap="square" lIns="0" tIns="0" rIns="0" bIns="0" rtlCol="0" anchor="ctr"/>
          <a:lstStyle/>
          <a:p>
            <a:pPr marL="0" indent="0" algn="ctr">
              <a:buNone/>
            </a:pPr>
            <a:r>
              <a:rPr lang="en-US" sz="700" dirty="0">
                <a:solidFill>
                  <a:srgbClr val="FFFFFF"/>
                </a:solidFill>
                <a:latin typeface="Meiryo" pitchFamily="34" charset="0"/>
                <a:ea typeface="Meiryo" pitchFamily="34" charset="-122"/>
                <a:cs typeface="Meiryo" pitchFamily="34" charset="-120"/>
              </a:rPr>
              <a:t>削除</a:t>
            </a:r>
            <a:endParaRPr lang="en-US" sz="700" dirty="0"/>
          </a:p>
        </p:txBody>
      </p:sp>
      <p:sp>
        <p:nvSpPr>
          <p:cNvPr id="80" name="Shape 78"/>
          <p:cNvSpPr/>
          <p:nvPr/>
        </p:nvSpPr>
        <p:spPr>
          <a:xfrm>
            <a:off x="5212080" y="3529584"/>
            <a:ext cx="1737360" cy="347472"/>
          </a:xfrm>
          <a:prstGeom prst="rect">
            <a:avLst/>
          </a:prstGeom>
          <a:solidFill>
            <a:srgbClr val="FFFFFF"/>
          </a:solidFill>
          <a:ln w="6350">
            <a:solidFill>
              <a:srgbClr val="EEEEEE"/>
            </a:solidFill>
            <a:prstDash val="solid"/>
          </a:ln>
        </p:spPr>
      </p:sp>
      <p:sp>
        <p:nvSpPr>
          <p:cNvPr id="81" name="Text 79"/>
          <p:cNvSpPr/>
          <p:nvPr/>
        </p:nvSpPr>
        <p:spPr>
          <a:xfrm>
            <a:off x="5239512" y="3529584"/>
            <a:ext cx="1682496" cy="347472"/>
          </a:xfrm>
          <a:prstGeom prst="rect">
            <a:avLst/>
          </a:prstGeom>
          <a:noFill/>
          <a:ln/>
        </p:spPr>
        <p:txBody>
          <a:bodyPr wrap="square" lIns="0" tIns="0" rIns="0" bIns="0" rtlCol="0" anchor="ctr"/>
          <a:lstStyle/>
          <a:p>
            <a:pPr marL="0" indent="0">
              <a:buNone/>
            </a:pPr>
            <a:r>
              <a:rPr lang="en-US" sz="800" dirty="0">
                <a:solidFill>
                  <a:srgbClr val="3E2723"/>
                </a:solidFill>
                <a:latin typeface="Meiryo" pitchFamily="34" charset="0"/>
                <a:ea typeface="Meiryo" pitchFamily="34" charset="-122"/>
                <a:cs typeface="Meiryo" pitchFamily="34" charset="-120"/>
              </a:rPr>
              <a:t>理科実験グループの様子</a:t>
            </a:r>
            <a:endParaRPr lang="en-US" sz="800" dirty="0"/>
          </a:p>
        </p:txBody>
      </p:sp>
      <p:sp>
        <p:nvSpPr>
          <p:cNvPr id="82" name="Shape 80"/>
          <p:cNvSpPr/>
          <p:nvPr/>
        </p:nvSpPr>
        <p:spPr>
          <a:xfrm>
            <a:off x="6949440" y="3529584"/>
            <a:ext cx="566928" cy="347472"/>
          </a:xfrm>
          <a:prstGeom prst="rect">
            <a:avLst/>
          </a:prstGeom>
          <a:solidFill>
            <a:srgbClr val="FFFFFF"/>
          </a:solidFill>
          <a:ln w="6350">
            <a:solidFill>
              <a:srgbClr val="EEEEEE"/>
            </a:solidFill>
            <a:prstDash val="solid"/>
          </a:ln>
        </p:spPr>
      </p:sp>
      <p:sp>
        <p:nvSpPr>
          <p:cNvPr id="83" name="Text 81"/>
          <p:cNvSpPr/>
          <p:nvPr/>
        </p:nvSpPr>
        <p:spPr>
          <a:xfrm>
            <a:off x="6976872" y="3529584"/>
            <a:ext cx="512064" cy="347472"/>
          </a:xfrm>
          <a:prstGeom prst="rect">
            <a:avLst/>
          </a:prstGeom>
          <a:noFill/>
          <a:ln/>
        </p:spPr>
        <p:txBody>
          <a:bodyPr wrap="square" lIns="0" tIns="0" rIns="0" bIns="0" rtlCol="0" anchor="ctr"/>
          <a:lstStyle/>
          <a:p>
            <a:pPr marL="0" indent="0">
              <a:buNone/>
            </a:pPr>
            <a:r>
              <a:rPr lang="en-US" sz="800" dirty="0">
                <a:solidFill>
                  <a:srgbClr val="3E2723"/>
                </a:solidFill>
                <a:latin typeface="Meiryo" pitchFamily="34" charset="0"/>
                <a:ea typeface="Meiryo" pitchFamily="34" charset="-122"/>
                <a:cs typeface="Meiryo" pitchFamily="34" charset="-120"/>
              </a:rPr>
              <a:t>4/8</a:t>
            </a:r>
            <a:endParaRPr lang="en-US" sz="800" dirty="0"/>
          </a:p>
        </p:txBody>
      </p:sp>
      <p:sp>
        <p:nvSpPr>
          <p:cNvPr id="84" name="Shape 82"/>
          <p:cNvSpPr/>
          <p:nvPr/>
        </p:nvSpPr>
        <p:spPr>
          <a:xfrm>
            <a:off x="7516368" y="3529584"/>
            <a:ext cx="402336" cy="347472"/>
          </a:xfrm>
          <a:prstGeom prst="rect">
            <a:avLst/>
          </a:prstGeom>
          <a:solidFill>
            <a:srgbClr val="FFFFFF"/>
          </a:solidFill>
          <a:ln w="6350">
            <a:solidFill>
              <a:srgbClr val="EEEEEE"/>
            </a:solidFill>
            <a:prstDash val="solid"/>
          </a:ln>
        </p:spPr>
      </p:sp>
      <p:sp>
        <p:nvSpPr>
          <p:cNvPr id="85" name="Text 83"/>
          <p:cNvSpPr/>
          <p:nvPr/>
        </p:nvSpPr>
        <p:spPr>
          <a:xfrm>
            <a:off x="7543800" y="3529584"/>
            <a:ext cx="347472" cy="347472"/>
          </a:xfrm>
          <a:prstGeom prst="rect">
            <a:avLst/>
          </a:prstGeom>
          <a:noFill/>
          <a:ln/>
        </p:spPr>
        <p:txBody>
          <a:bodyPr wrap="square" lIns="0" tIns="0" rIns="0" bIns="0" rtlCol="0" anchor="ctr"/>
          <a:lstStyle/>
          <a:p>
            <a:pPr marL="0" indent="0">
              <a:buNone/>
            </a:pPr>
            <a:r>
              <a:rPr lang="en-US" sz="800" dirty="0">
                <a:solidFill>
                  <a:srgbClr val="3E2723"/>
                </a:solidFill>
                <a:latin typeface="Meiryo" pitchFamily="34" charset="0"/>
                <a:ea typeface="Meiryo" pitchFamily="34" charset="-122"/>
                <a:cs typeface="Meiryo" pitchFamily="34" charset="-120"/>
              </a:rPr>
              <a:t>3回</a:t>
            </a:r>
            <a:endParaRPr lang="en-US" sz="800" dirty="0"/>
          </a:p>
        </p:txBody>
      </p:sp>
      <p:sp>
        <p:nvSpPr>
          <p:cNvPr id="86" name="Shape 84"/>
          <p:cNvSpPr/>
          <p:nvPr/>
        </p:nvSpPr>
        <p:spPr>
          <a:xfrm>
            <a:off x="7918704" y="3584448"/>
            <a:ext cx="256032" cy="237744"/>
          </a:xfrm>
          <a:prstGeom prst="roundRect">
            <a:avLst>
              <a:gd name="adj" fmla="val 15385"/>
            </a:avLst>
          </a:prstGeom>
          <a:solidFill>
            <a:srgbClr val="1565C0"/>
          </a:solidFill>
          <a:ln/>
        </p:spPr>
      </p:sp>
      <p:sp>
        <p:nvSpPr>
          <p:cNvPr id="87" name="Text 85"/>
          <p:cNvSpPr/>
          <p:nvPr/>
        </p:nvSpPr>
        <p:spPr>
          <a:xfrm>
            <a:off x="7918704" y="3584448"/>
            <a:ext cx="256032" cy="237744"/>
          </a:xfrm>
          <a:prstGeom prst="rect">
            <a:avLst/>
          </a:prstGeom>
          <a:noFill/>
          <a:ln/>
        </p:spPr>
        <p:txBody>
          <a:bodyPr wrap="square" lIns="0" tIns="0" rIns="0" bIns="0" rtlCol="0" anchor="ctr"/>
          <a:lstStyle/>
          <a:p>
            <a:pPr marL="0" indent="0" algn="ctr">
              <a:buNone/>
            </a:pPr>
            <a:r>
              <a:rPr lang="en-US" sz="700" dirty="0">
                <a:solidFill>
                  <a:srgbClr val="FFFFFF"/>
                </a:solidFill>
                <a:latin typeface="Meiryo" pitchFamily="34" charset="0"/>
                <a:ea typeface="Meiryo" pitchFamily="34" charset="-122"/>
                <a:cs typeface="Meiryo" pitchFamily="34" charset="-120"/>
              </a:rPr>
              <a:t>読む</a:t>
            </a:r>
            <a:endParaRPr lang="en-US" sz="700" dirty="0"/>
          </a:p>
        </p:txBody>
      </p:sp>
      <p:sp>
        <p:nvSpPr>
          <p:cNvPr id="88" name="Shape 86"/>
          <p:cNvSpPr/>
          <p:nvPr/>
        </p:nvSpPr>
        <p:spPr>
          <a:xfrm>
            <a:off x="8211312" y="3584448"/>
            <a:ext cx="256032" cy="237744"/>
          </a:xfrm>
          <a:prstGeom prst="roundRect">
            <a:avLst>
              <a:gd name="adj" fmla="val 15385"/>
            </a:avLst>
          </a:prstGeom>
          <a:solidFill>
            <a:srgbClr val="FFA726"/>
          </a:solidFill>
          <a:ln/>
        </p:spPr>
      </p:sp>
      <p:sp>
        <p:nvSpPr>
          <p:cNvPr id="89" name="Text 87"/>
          <p:cNvSpPr/>
          <p:nvPr/>
        </p:nvSpPr>
        <p:spPr>
          <a:xfrm>
            <a:off x="8211312" y="3584448"/>
            <a:ext cx="256032" cy="237744"/>
          </a:xfrm>
          <a:prstGeom prst="rect">
            <a:avLst/>
          </a:prstGeom>
          <a:noFill/>
          <a:ln/>
        </p:spPr>
        <p:txBody>
          <a:bodyPr wrap="square" lIns="0" tIns="0" rIns="0" bIns="0" rtlCol="0" anchor="ctr"/>
          <a:lstStyle/>
          <a:p>
            <a:pPr marL="0" indent="0" algn="ctr">
              <a:buNone/>
            </a:pPr>
            <a:r>
              <a:rPr lang="en-US" sz="700" dirty="0">
                <a:solidFill>
                  <a:srgbClr val="FFFFFF"/>
                </a:solidFill>
                <a:latin typeface="Meiryo" pitchFamily="34" charset="0"/>
                <a:ea typeface="Meiryo" pitchFamily="34" charset="-122"/>
                <a:cs typeface="Meiryo" pitchFamily="34" charset="-120"/>
              </a:rPr>
              <a:t>編集</a:t>
            </a:r>
            <a:endParaRPr lang="en-US" sz="700" dirty="0"/>
          </a:p>
        </p:txBody>
      </p:sp>
      <p:sp>
        <p:nvSpPr>
          <p:cNvPr id="90" name="Shape 88"/>
          <p:cNvSpPr/>
          <p:nvPr/>
        </p:nvSpPr>
        <p:spPr>
          <a:xfrm>
            <a:off x="8503920" y="3584448"/>
            <a:ext cx="256032" cy="237744"/>
          </a:xfrm>
          <a:prstGeom prst="roundRect">
            <a:avLst>
              <a:gd name="adj" fmla="val 15385"/>
            </a:avLst>
          </a:prstGeom>
          <a:solidFill>
            <a:srgbClr val="C62828"/>
          </a:solidFill>
          <a:ln/>
        </p:spPr>
      </p:sp>
      <p:sp>
        <p:nvSpPr>
          <p:cNvPr id="91" name="Text 89"/>
          <p:cNvSpPr/>
          <p:nvPr/>
        </p:nvSpPr>
        <p:spPr>
          <a:xfrm>
            <a:off x="8503920" y="3584448"/>
            <a:ext cx="256032" cy="237744"/>
          </a:xfrm>
          <a:prstGeom prst="rect">
            <a:avLst/>
          </a:prstGeom>
          <a:noFill/>
          <a:ln/>
        </p:spPr>
        <p:txBody>
          <a:bodyPr wrap="square" lIns="0" tIns="0" rIns="0" bIns="0" rtlCol="0" anchor="ctr"/>
          <a:lstStyle/>
          <a:p>
            <a:pPr marL="0" indent="0" algn="ctr">
              <a:buNone/>
            </a:pPr>
            <a:r>
              <a:rPr lang="en-US" sz="700" dirty="0">
                <a:solidFill>
                  <a:srgbClr val="FFFFFF"/>
                </a:solidFill>
                <a:latin typeface="Meiryo" pitchFamily="34" charset="0"/>
                <a:ea typeface="Meiryo" pitchFamily="34" charset="-122"/>
                <a:cs typeface="Meiryo" pitchFamily="34" charset="-120"/>
              </a:rPr>
              <a:t>削除</a:t>
            </a:r>
            <a:endParaRPr lang="en-US" sz="7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90612"/>
            <a:ext cx="9144000" cy="5143500"/>
          </a:xfrm>
          <a:prstGeom prst="rect">
            <a:avLst/>
          </a:prstGeom>
          <a:solidFill>
            <a:srgbClr val="FFF8E1"/>
          </a:solidFill>
          <a:ln/>
        </p:spPr>
      </p:sp>
      <p:sp>
        <p:nvSpPr>
          <p:cNvPr id="3" name="Shape 1"/>
          <p:cNvSpPr/>
          <p:nvPr/>
        </p:nvSpPr>
        <p:spPr>
          <a:xfrm>
            <a:off x="0" y="0"/>
            <a:ext cx="9144000" cy="566928"/>
          </a:xfrm>
          <a:prstGeom prst="rect">
            <a:avLst/>
          </a:prstGeom>
          <a:solidFill>
            <a:srgbClr val="1565C0"/>
          </a:solidFill>
          <a:ln/>
        </p:spPr>
      </p:sp>
      <p:sp>
        <p:nvSpPr>
          <p:cNvPr id="4" name="Text 2"/>
          <p:cNvSpPr/>
          <p:nvPr/>
        </p:nvSpPr>
        <p:spPr>
          <a:xfrm>
            <a:off x="320040" y="27432"/>
            <a:ext cx="7315200" cy="201168"/>
          </a:xfrm>
          <a:prstGeom prst="rect">
            <a:avLst/>
          </a:prstGeom>
          <a:noFill/>
          <a:ln/>
        </p:spPr>
        <p:txBody>
          <a:bodyPr wrap="square" lIns="0" tIns="0" rIns="0" bIns="0" rtlCol="0" anchor="ctr"/>
          <a:lstStyle/>
          <a:p>
            <a:pPr marL="0" indent="0">
              <a:buNone/>
            </a:pPr>
            <a:r>
              <a:rPr lang="en-US" sz="900" i="1" dirty="0">
                <a:solidFill>
                  <a:srgbClr val="FFFFFF"/>
                </a:solidFill>
                <a:latin typeface="Meiryo" pitchFamily="34" charset="0"/>
                <a:ea typeface="Meiryo" pitchFamily="34" charset="-122"/>
                <a:cs typeface="Meiryo" pitchFamily="34" charset="-120"/>
              </a:rPr>
              <a:t>管理者マニュアル</a:t>
            </a:r>
            <a:endParaRPr lang="en-US" sz="900" dirty="0"/>
          </a:p>
        </p:txBody>
      </p:sp>
      <p:sp>
        <p:nvSpPr>
          <p:cNvPr id="5" name="Text 3"/>
          <p:cNvSpPr/>
          <p:nvPr/>
        </p:nvSpPr>
        <p:spPr>
          <a:xfrm>
            <a:off x="320040" y="219456"/>
            <a:ext cx="8412480" cy="329184"/>
          </a:xfrm>
          <a:prstGeom prst="rect">
            <a:avLst/>
          </a:prstGeom>
          <a:noFill/>
          <a:ln/>
        </p:spPr>
        <p:txBody>
          <a:bodyPr wrap="square" lIns="0" tIns="0" rIns="0" bIns="0" rtlCol="0" anchor="ctr"/>
          <a:lstStyle/>
          <a:p>
            <a:pPr marL="0" indent="0">
              <a:buNone/>
            </a:pPr>
            <a:r>
              <a:rPr lang="en-US" sz="2000" b="1" dirty="0">
                <a:solidFill>
                  <a:srgbClr val="FFFFFF"/>
                </a:solidFill>
                <a:latin typeface="Meiryo" pitchFamily="34" charset="0"/>
                <a:ea typeface="Meiryo" pitchFamily="34" charset="-122"/>
                <a:cs typeface="Meiryo" pitchFamily="34" charset="-120"/>
              </a:rPr>
              <a:t>統計タブ  ─  利用状況の確認とログアウト</a:t>
            </a:r>
            <a:endParaRPr lang="en-US" sz="2000" dirty="0"/>
          </a:p>
        </p:txBody>
      </p:sp>
      <p:sp>
        <p:nvSpPr>
          <p:cNvPr id="6" name="Text 4"/>
          <p:cNvSpPr/>
          <p:nvPr/>
        </p:nvSpPr>
        <p:spPr>
          <a:xfrm>
            <a:off x="320040" y="694944"/>
            <a:ext cx="8503920" cy="274320"/>
          </a:xfrm>
          <a:prstGeom prst="rect">
            <a:avLst/>
          </a:prstGeom>
          <a:noFill/>
          <a:ln/>
        </p:spPr>
        <p:txBody>
          <a:bodyPr wrap="square" lIns="0" tIns="0" rIns="0" bIns="0" rtlCol="0" anchor="ctr"/>
          <a:lstStyle/>
          <a:p>
            <a:pPr marL="0" indent="0">
              <a:buNone/>
            </a:pPr>
            <a:r>
              <a:rPr lang="en-US" sz="1100" dirty="0">
                <a:solidFill>
                  <a:srgbClr val="3E2723"/>
                </a:solidFill>
                <a:latin typeface="Meiryo" pitchFamily="34" charset="0"/>
                <a:ea typeface="Meiryo" pitchFamily="34" charset="-122"/>
                <a:cs typeface="Meiryo" pitchFamily="34" charset="-120"/>
              </a:rPr>
              <a:t>「統計」タブでアプリ全体の記録数・閲覧数を確認できます。</a:t>
            </a:r>
            <a:endParaRPr lang="en-US" sz="1100" dirty="0"/>
          </a:p>
        </p:txBody>
      </p:sp>
      <p:sp>
        <p:nvSpPr>
          <p:cNvPr id="7" name="Shape 5"/>
          <p:cNvSpPr/>
          <p:nvPr/>
        </p:nvSpPr>
        <p:spPr>
          <a:xfrm>
            <a:off x="320040" y="1060704"/>
            <a:ext cx="2606040" cy="859536"/>
          </a:xfrm>
          <a:prstGeom prst="roundRect">
            <a:avLst>
              <a:gd name="adj" fmla="val 7042"/>
            </a:avLst>
          </a:prstGeom>
          <a:solidFill>
            <a:srgbClr val="FFFFFF"/>
          </a:solidFill>
          <a:ln w="12700">
            <a:solidFill>
              <a:srgbClr val="BDBDBD"/>
            </a:solidFill>
            <a:prstDash val="solid"/>
          </a:ln>
        </p:spPr>
      </p:sp>
      <p:sp>
        <p:nvSpPr>
          <p:cNvPr id="8" name="Shape 6"/>
          <p:cNvSpPr/>
          <p:nvPr/>
        </p:nvSpPr>
        <p:spPr>
          <a:xfrm>
            <a:off x="320040" y="1060704"/>
            <a:ext cx="109728" cy="859536"/>
          </a:xfrm>
          <a:prstGeom prst="rect">
            <a:avLst/>
          </a:prstGeom>
          <a:solidFill>
            <a:srgbClr val="1565C0"/>
          </a:solidFill>
          <a:ln/>
        </p:spPr>
      </p:sp>
      <p:sp>
        <p:nvSpPr>
          <p:cNvPr id="9" name="Text 7"/>
          <p:cNvSpPr/>
          <p:nvPr/>
        </p:nvSpPr>
        <p:spPr>
          <a:xfrm>
            <a:off x="548640" y="1170432"/>
            <a:ext cx="548640" cy="457200"/>
          </a:xfrm>
          <a:prstGeom prst="rect">
            <a:avLst/>
          </a:prstGeom>
          <a:noFill/>
          <a:ln/>
        </p:spPr>
        <p:txBody>
          <a:bodyPr wrap="square" lIns="0" tIns="0" rIns="0" bIns="0" rtlCol="0" anchor="ctr"/>
          <a:lstStyle/>
          <a:p>
            <a:pPr marL="0" indent="0" algn="ctr">
              <a:buNone/>
            </a:pPr>
            <a:r>
              <a:rPr lang="en-US" sz="2600" dirty="0">
                <a:solidFill>
                  <a:srgbClr val="000000"/>
                </a:solidFill>
                <a:latin typeface="Meiryo" pitchFamily="34" charset="0"/>
                <a:ea typeface="Meiryo" pitchFamily="34" charset="-122"/>
                <a:cs typeface="Meiryo" pitchFamily="34" charset="-120"/>
              </a:rPr>
              <a:t>👥</a:t>
            </a:r>
            <a:endParaRPr lang="en-US" sz="2600" dirty="0"/>
          </a:p>
        </p:txBody>
      </p:sp>
      <p:sp>
        <p:nvSpPr>
          <p:cNvPr id="10" name="Text 8"/>
          <p:cNvSpPr/>
          <p:nvPr/>
        </p:nvSpPr>
        <p:spPr>
          <a:xfrm>
            <a:off x="1124712" y="1188720"/>
            <a:ext cx="1691640" cy="256032"/>
          </a:xfrm>
          <a:prstGeom prst="rect">
            <a:avLst/>
          </a:prstGeom>
          <a:noFill/>
          <a:ln/>
        </p:spPr>
        <p:txBody>
          <a:bodyPr wrap="square" lIns="0" tIns="0" rIns="0" bIns="0" rtlCol="0" anchor="ctr"/>
          <a:lstStyle/>
          <a:p>
            <a:pPr marL="0" indent="0">
              <a:buNone/>
            </a:pPr>
            <a:r>
              <a:rPr lang="en-US" sz="1000" dirty="0">
                <a:solidFill>
                  <a:srgbClr val="78909C"/>
                </a:solidFill>
                <a:latin typeface="Meiryo" pitchFamily="34" charset="0"/>
                <a:ea typeface="Meiryo" pitchFamily="34" charset="-122"/>
                <a:cs typeface="Meiryo" pitchFamily="34" charset="-120"/>
              </a:rPr>
              <a:t>登録先生数</a:t>
            </a:r>
            <a:endParaRPr lang="en-US" sz="1000" dirty="0"/>
          </a:p>
        </p:txBody>
      </p:sp>
      <p:sp>
        <p:nvSpPr>
          <p:cNvPr id="11" name="Text 9"/>
          <p:cNvSpPr/>
          <p:nvPr/>
        </p:nvSpPr>
        <p:spPr>
          <a:xfrm>
            <a:off x="1124712" y="1444752"/>
            <a:ext cx="1005840" cy="475488"/>
          </a:xfrm>
          <a:prstGeom prst="rect">
            <a:avLst/>
          </a:prstGeom>
          <a:noFill/>
          <a:ln/>
        </p:spPr>
        <p:txBody>
          <a:bodyPr wrap="square" lIns="0" tIns="0" rIns="0" bIns="0" rtlCol="0" anchor="ctr"/>
          <a:lstStyle/>
          <a:p>
            <a:pPr marL="0" indent="0">
              <a:buNone/>
            </a:pPr>
            <a:r>
              <a:rPr lang="en-US" sz="3000" b="1" dirty="0">
                <a:solidFill>
                  <a:srgbClr val="3E2723"/>
                </a:solidFill>
                <a:latin typeface="Meiryo" pitchFamily="34" charset="0"/>
                <a:ea typeface="Meiryo" pitchFamily="34" charset="-122"/>
                <a:cs typeface="Meiryo" pitchFamily="34" charset="-120"/>
              </a:rPr>
              <a:t>8</a:t>
            </a:r>
            <a:endParaRPr lang="en-US" sz="3000" dirty="0"/>
          </a:p>
        </p:txBody>
      </p:sp>
      <p:sp>
        <p:nvSpPr>
          <p:cNvPr id="12" name="Text 10"/>
          <p:cNvSpPr/>
          <p:nvPr/>
        </p:nvSpPr>
        <p:spPr>
          <a:xfrm>
            <a:off x="1783080" y="1645920"/>
            <a:ext cx="457200" cy="256032"/>
          </a:xfrm>
          <a:prstGeom prst="rect">
            <a:avLst/>
          </a:prstGeom>
          <a:noFill/>
          <a:ln/>
        </p:spPr>
        <p:txBody>
          <a:bodyPr wrap="square" lIns="0" tIns="0" rIns="0" bIns="0" rtlCol="0" anchor="ctr"/>
          <a:lstStyle/>
          <a:p>
            <a:pPr marL="0" indent="0">
              <a:buNone/>
            </a:pPr>
            <a:r>
              <a:rPr lang="en-US" sz="1200" dirty="0">
                <a:solidFill>
                  <a:srgbClr val="78909C"/>
                </a:solidFill>
                <a:latin typeface="Meiryo" pitchFamily="34" charset="0"/>
                <a:ea typeface="Meiryo" pitchFamily="34" charset="-122"/>
                <a:cs typeface="Meiryo" pitchFamily="34" charset="-120"/>
              </a:rPr>
              <a:t>名</a:t>
            </a:r>
            <a:endParaRPr lang="en-US" sz="1200" dirty="0"/>
          </a:p>
        </p:txBody>
      </p:sp>
      <p:sp>
        <p:nvSpPr>
          <p:cNvPr id="13" name="Shape 11"/>
          <p:cNvSpPr/>
          <p:nvPr/>
        </p:nvSpPr>
        <p:spPr>
          <a:xfrm>
            <a:off x="3154680" y="1060704"/>
            <a:ext cx="2606040" cy="859536"/>
          </a:xfrm>
          <a:prstGeom prst="roundRect">
            <a:avLst>
              <a:gd name="adj" fmla="val 7042"/>
            </a:avLst>
          </a:prstGeom>
          <a:solidFill>
            <a:srgbClr val="FFFFFF"/>
          </a:solidFill>
          <a:ln w="12700">
            <a:solidFill>
              <a:srgbClr val="BDBDBD"/>
            </a:solidFill>
            <a:prstDash val="solid"/>
          </a:ln>
        </p:spPr>
      </p:sp>
      <p:sp>
        <p:nvSpPr>
          <p:cNvPr id="14" name="Shape 12"/>
          <p:cNvSpPr/>
          <p:nvPr/>
        </p:nvSpPr>
        <p:spPr>
          <a:xfrm>
            <a:off x="3154680" y="1060704"/>
            <a:ext cx="109728" cy="859536"/>
          </a:xfrm>
          <a:prstGeom prst="rect">
            <a:avLst/>
          </a:prstGeom>
          <a:solidFill>
            <a:srgbClr val="26A69A"/>
          </a:solidFill>
          <a:ln/>
        </p:spPr>
      </p:sp>
      <p:sp>
        <p:nvSpPr>
          <p:cNvPr id="15" name="Text 13"/>
          <p:cNvSpPr/>
          <p:nvPr/>
        </p:nvSpPr>
        <p:spPr>
          <a:xfrm>
            <a:off x="3383280" y="1170432"/>
            <a:ext cx="548640" cy="457200"/>
          </a:xfrm>
          <a:prstGeom prst="rect">
            <a:avLst/>
          </a:prstGeom>
          <a:noFill/>
          <a:ln/>
        </p:spPr>
        <p:txBody>
          <a:bodyPr wrap="square" lIns="0" tIns="0" rIns="0" bIns="0" rtlCol="0" anchor="ctr"/>
          <a:lstStyle/>
          <a:p>
            <a:pPr marL="0" indent="0" algn="ctr">
              <a:buNone/>
            </a:pPr>
            <a:r>
              <a:rPr lang="en-US" sz="2600" dirty="0">
                <a:solidFill>
                  <a:srgbClr val="000000"/>
                </a:solidFill>
                <a:latin typeface="Meiryo" pitchFamily="34" charset="0"/>
                <a:ea typeface="Meiryo" pitchFamily="34" charset="-122"/>
                <a:cs typeface="Meiryo" pitchFamily="34" charset="-120"/>
              </a:rPr>
              <a:t>📚</a:t>
            </a:r>
            <a:endParaRPr lang="en-US" sz="2600" dirty="0"/>
          </a:p>
        </p:txBody>
      </p:sp>
      <p:sp>
        <p:nvSpPr>
          <p:cNvPr id="16" name="Text 14"/>
          <p:cNvSpPr/>
          <p:nvPr/>
        </p:nvSpPr>
        <p:spPr>
          <a:xfrm>
            <a:off x="3959352" y="1188720"/>
            <a:ext cx="1691640" cy="256032"/>
          </a:xfrm>
          <a:prstGeom prst="rect">
            <a:avLst/>
          </a:prstGeom>
          <a:noFill/>
          <a:ln/>
        </p:spPr>
        <p:txBody>
          <a:bodyPr wrap="square" lIns="0" tIns="0" rIns="0" bIns="0" rtlCol="0" anchor="ctr"/>
          <a:lstStyle/>
          <a:p>
            <a:pPr marL="0" indent="0">
              <a:buNone/>
            </a:pPr>
            <a:r>
              <a:rPr lang="en-US" sz="1000" dirty="0">
                <a:solidFill>
                  <a:srgbClr val="78909C"/>
                </a:solidFill>
                <a:latin typeface="Meiryo" pitchFamily="34" charset="0"/>
                <a:ea typeface="Meiryo" pitchFamily="34" charset="-122"/>
                <a:cs typeface="Meiryo" pitchFamily="34" charset="-120"/>
              </a:rPr>
              <a:t>総記録数</a:t>
            </a:r>
            <a:endParaRPr lang="en-US" sz="1000" dirty="0"/>
          </a:p>
        </p:txBody>
      </p:sp>
      <p:sp>
        <p:nvSpPr>
          <p:cNvPr id="17" name="Text 15"/>
          <p:cNvSpPr/>
          <p:nvPr/>
        </p:nvSpPr>
        <p:spPr>
          <a:xfrm>
            <a:off x="3959352" y="1444752"/>
            <a:ext cx="1005840" cy="475488"/>
          </a:xfrm>
          <a:prstGeom prst="rect">
            <a:avLst/>
          </a:prstGeom>
          <a:noFill/>
          <a:ln/>
        </p:spPr>
        <p:txBody>
          <a:bodyPr wrap="square" lIns="0" tIns="0" rIns="0" bIns="0" rtlCol="0" anchor="ctr"/>
          <a:lstStyle/>
          <a:p>
            <a:pPr marL="0" indent="0">
              <a:buNone/>
            </a:pPr>
            <a:r>
              <a:rPr lang="en-US" sz="3000" b="1" dirty="0">
                <a:solidFill>
                  <a:srgbClr val="3E2723"/>
                </a:solidFill>
                <a:latin typeface="Meiryo" pitchFamily="34" charset="0"/>
                <a:ea typeface="Meiryo" pitchFamily="34" charset="-122"/>
                <a:cs typeface="Meiryo" pitchFamily="34" charset="-120"/>
              </a:rPr>
              <a:t>24</a:t>
            </a:r>
            <a:endParaRPr lang="en-US" sz="3000" dirty="0"/>
          </a:p>
        </p:txBody>
      </p:sp>
      <p:sp>
        <p:nvSpPr>
          <p:cNvPr id="18" name="Text 16"/>
          <p:cNvSpPr/>
          <p:nvPr/>
        </p:nvSpPr>
        <p:spPr>
          <a:xfrm>
            <a:off x="4617720" y="1645920"/>
            <a:ext cx="457200" cy="256032"/>
          </a:xfrm>
          <a:prstGeom prst="rect">
            <a:avLst/>
          </a:prstGeom>
          <a:noFill/>
          <a:ln/>
        </p:spPr>
        <p:txBody>
          <a:bodyPr wrap="square" lIns="0" tIns="0" rIns="0" bIns="0" rtlCol="0" anchor="ctr"/>
          <a:lstStyle/>
          <a:p>
            <a:pPr marL="0" indent="0">
              <a:buNone/>
            </a:pPr>
            <a:r>
              <a:rPr lang="en-US" sz="1200" dirty="0">
                <a:solidFill>
                  <a:srgbClr val="78909C"/>
                </a:solidFill>
                <a:latin typeface="Meiryo" pitchFamily="34" charset="0"/>
                <a:ea typeface="Meiryo" pitchFamily="34" charset="-122"/>
                <a:cs typeface="Meiryo" pitchFamily="34" charset="-120"/>
              </a:rPr>
              <a:t>冊</a:t>
            </a:r>
            <a:endParaRPr lang="en-US" sz="1200" dirty="0"/>
          </a:p>
        </p:txBody>
      </p:sp>
      <p:sp>
        <p:nvSpPr>
          <p:cNvPr id="19" name="Shape 17"/>
          <p:cNvSpPr/>
          <p:nvPr/>
        </p:nvSpPr>
        <p:spPr>
          <a:xfrm>
            <a:off x="5989320" y="1060704"/>
            <a:ext cx="2606040" cy="859536"/>
          </a:xfrm>
          <a:prstGeom prst="roundRect">
            <a:avLst>
              <a:gd name="adj" fmla="val 7042"/>
            </a:avLst>
          </a:prstGeom>
          <a:solidFill>
            <a:srgbClr val="FFFFFF"/>
          </a:solidFill>
          <a:ln w="12700">
            <a:solidFill>
              <a:srgbClr val="BDBDBD"/>
            </a:solidFill>
            <a:prstDash val="solid"/>
          </a:ln>
        </p:spPr>
      </p:sp>
      <p:sp>
        <p:nvSpPr>
          <p:cNvPr id="20" name="Shape 18"/>
          <p:cNvSpPr/>
          <p:nvPr/>
        </p:nvSpPr>
        <p:spPr>
          <a:xfrm>
            <a:off x="5989320" y="1060704"/>
            <a:ext cx="109728" cy="859536"/>
          </a:xfrm>
          <a:prstGeom prst="rect">
            <a:avLst/>
          </a:prstGeom>
          <a:solidFill>
            <a:srgbClr val="FF7043"/>
          </a:solidFill>
          <a:ln/>
        </p:spPr>
      </p:sp>
      <p:sp>
        <p:nvSpPr>
          <p:cNvPr id="21" name="Text 19"/>
          <p:cNvSpPr/>
          <p:nvPr/>
        </p:nvSpPr>
        <p:spPr>
          <a:xfrm>
            <a:off x="6217920" y="1170432"/>
            <a:ext cx="548640" cy="457200"/>
          </a:xfrm>
          <a:prstGeom prst="rect">
            <a:avLst/>
          </a:prstGeom>
          <a:noFill/>
          <a:ln/>
        </p:spPr>
        <p:txBody>
          <a:bodyPr wrap="square" lIns="0" tIns="0" rIns="0" bIns="0" rtlCol="0" anchor="ctr"/>
          <a:lstStyle/>
          <a:p>
            <a:pPr marL="0" indent="0" algn="ctr">
              <a:buNone/>
            </a:pPr>
            <a:r>
              <a:rPr lang="en-US" sz="2600" dirty="0">
                <a:solidFill>
                  <a:srgbClr val="000000"/>
                </a:solidFill>
                <a:latin typeface="Meiryo" pitchFamily="34" charset="0"/>
                <a:ea typeface="Meiryo" pitchFamily="34" charset="-122"/>
                <a:cs typeface="Meiryo" pitchFamily="34" charset="-120"/>
              </a:rPr>
              <a:t>👁</a:t>
            </a:r>
            <a:endParaRPr lang="en-US" sz="2600" dirty="0"/>
          </a:p>
        </p:txBody>
      </p:sp>
      <p:sp>
        <p:nvSpPr>
          <p:cNvPr id="22" name="Text 20"/>
          <p:cNvSpPr/>
          <p:nvPr/>
        </p:nvSpPr>
        <p:spPr>
          <a:xfrm>
            <a:off x="6793992" y="1188720"/>
            <a:ext cx="1691640" cy="256032"/>
          </a:xfrm>
          <a:prstGeom prst="rect">
            <a:avLst/>
          </a:prstGeom>
          <a:noFill/>
          <a:ln/>
        </p:spPr>
        <p:txBody>
          <a:bodyPr wrap="square" lIns="0" tIns="0" rIns="0" bIns="0" rtlCol="0" anchor="ctr"/>
          <a:lstStyle/>
          <a:p>
            <a:pPr marL="0" indent="0">
              <a:buNone/>
            </a:pPr>
            <a:r>
              <a:rPr lang="en-US" sz="1000" dirty="0">
                <a:solidFill>
                  <a:srgbClr val="78909C"/>
                </a:solidFill>
                <a:latin typeface="Meiryo" pitchFamily="34" charset="0"/>
                <a:ea typeface="Meiryo" pitchFamily="34" charset="-122"/>
                <a:cs typeface="Meiryo" pitchFamily="34" charset="-120"/>
              </a:rPr>
              <a:t>総閲覧数</a:t>
            </a:r>
            <a:endParaRPr lang="en-US" sz="1000" dirty="0"/>
          </a:p>
        </p:txBody>
      </p:sp>
      <p:sp>
        <p:nvSpPr>
          <p:cNvPr id="23" name="Text 21"/>
          <p:cNvSpPr/>
          <p:nvPr/>
        </p:nvSpPr>
        <p:spPr>
          <a:xfrm>
            <a:off x="6793992" y="1444752"/>
            <a:ext cx="1005840" cy="475488"/>
          </a:xfrm>
          <a:prstGeom prst="rect">
            <a:avLst/>
          </a:prstGeom>
          <a:noFill/>
          <a:ln/>
        </p:spPr>
        <p:txBody>
          <a:bodyPr wrap="square" lIns="0" tIns="0" rIns="0" bIns="0" rtlCol="0" anchor="ctr"/>
          <a:lstStyle/>
          <a:p>
            <a:pPr marL="0" indent="0">
              <a:buNone/>
            </a:pPr>
            <a:r>
              <a:rPr lang="en-US" sz="3000" b="1" dirty="0">
                <a:solidFill>
                  <a:srgbClr val="3E2723"/>
                </a:solidFill>
                <a:latin typeface="Meiryo" pitchFamily="34" charset="0"/>
                <a:ea typeface="Meiryo" pitchFamily="34" charset="-122"/>
                <a:cs typeface="Meiryo" pitchFamily="34" charset="-120"/>
              </a:rPr>
              <a:t>156</a:t>
            </a:r>
            <a:endParaRPr lang="en-US" sz="3000" dirty="0"/>
          </a:p>
        </p:txBody>
      </p:sp>
      <p:sp>
        <p:nvSpPr>
          <p:cNvPr id="24" name="Text 22"/>
          <p:cNvSpPr/>
          <p:nvPr/>
        </p:nvSpPr>
        <p:spPr>
          <a:xfrm>
            <a:off x="7585224" y="1645920"/>
            <a:ext cx="324336" cy="256032"/>
          </a:xfrm>
          <a:prstGeom prst="rect">
            <a:avLst/>
          </a:prstGeom>
          <a:noFill/>
          <a:ln/>
        </p:spPr>
        <p:txBody>
          <a:bodyPr wrap="square" lIns="0" tIns="0" rIns="0" bIns="0" rtlCol="0" anchor="ctr"/>
          <a:lstStyle/>
          <a:p>
            <a:pPr marL="0" indent="0">
              <a:buNone/>
            </a:pPr>
            <a:r>
              <a:rPr lang="en-US" sz="1200" dirty="0">
                <a:solidFill>
                  <a:srgbClr val="78909C"/>
                </a:solidFill>
                <a:latin typeface="Meiryo" pitchFamily="34" charset="0"/>
                <a:ea typeface="Meiryo" pitchFamily="34" charset="-122"/>
                <a:cs typeface="Meiryo" pitchFamily="34" charset="-120"/>
              </a:rPr>
              <a:t>回</a:t>
            </a:r>
            <a:endParaRPr lang="en-US" sz="1200" dirty="0"/>
          </a:p>
        </p:txBody>
      </p:sp>
      <p:sp>
        <p:nvSpPr>
          <p:cNvPr id="25" name="Text 23"/>
          <p:cNvSpPr/>
          <p:nvPr/>
        </p:nvSpPr>
        <p:spPr>
          <a:xfrm>
            <a:off x="320040" y="2138868"/>
            <a:ext cx="2743200" cy="274320"/>
          </a:xfrm>
          <a:prstGeom prst="rect">
            <a:avLst/>
          </a:prstGeom>
          <a:noFill/>
          <a:ln/>
        </p:spPr>
        <p:txBody>
          <a:bodyPr wrap="square" lIns="0" tIns="0" rIns="0" bIns="0" rtlCol="0" anchor="ctr"/>
          <a:lstStyle/>
          <a:p>
            <a:pPr marL="0" indent="0">
              <a:buNone/>
            </a:pPr>
            <a:r>
              <a:rPr lang="en-US" sz="1200" b="1" dirty="0">
                <a:solidFill>
                  <a:srgbClr val="5D4037"/>
                </a:solidFill>
                <a:latin typeface="Meiryo" pitchFamily="34" charset="0"/>
                <a:ea typeface="Meiryo" pitchFamily="34" charset="-122"/>
                <a:cs typeface="Meiryo" pitchFamily="34" charset="-120"/>
              </a:rPr>
              <a:t>先生別サマリー</a:t>
            </a:r>
            <a:endParaRPr lang="en-US" sz="1200" dirty="0"/>
          </a:p>
        </p:txBody>
      </p:sp>
      <p:sp>
        <p:nvSpPr>
          <p:cNvPr id="26" name="Shape 24"/>
          <p:cNvSpPr/>
          <p:nvPr/>
        </p:nvSpPr>
        <p:spPr>
          <a:xfrm>
            <a:off x="320040" y="2377440"/>
            <a:ext cx="8503920" cy="2071116"/>
          </a:xfrm>
          <a:prstGeom prst="roundRect">
            <a:avLst>
              <a:gd name="adj" fmla="val 3200"/>
            </a:avLst>
          </a:prstGeom>
          <a:solidFill>
            <a:srgbClr val="FFFFFF"/>
          </a:solidFill>
          <a:ln w="12700">
            <a:solidFill>
              <a:srgbClr val="BDBDBD"/>
            </a:solidFill>
            <a:prstDash val="solid"/>
          </a:ln>
        </p:spPr>
      </p:sp>
      <p:sp>
        <p:nvSpPr>
          <p:cNvPr id="27" name="Shape 25"/>
          <p:cNvSpPr/>
          <p:nvPr/>
        </p:nvSpPr>
        <p:spPr>
          <a:xfrm>
            <a:off x="320040" y="2377440"/>
            <a:ext cx="8503920" cy="292608"/>
          </a:xfrm>
          <a:prstGeom prst="rect">
            <a:avLst/>
          </a:prstGeom>
          <a:solidFill>
            <a:srgbClr val="5D4037"/>
          </a:solidFill>
          <a:ln/>
        </p:spPr>
      </p:sp>
      <p:sp>
        <p:nvSpPr>
          <p:cNvPr id="28" name="Text 26"/>
          <p:cNvSpPr/>
          <p:nvPr/>
        </p:nvSpPr>
        <p:spPr>
          <a:xfrm>
            <a:off x="411480" y="2377440"/>
            <a:ext cx="1737360" cy="292608"/>
          </a:xfrm>
          <a:prstGeom prst="rect">
            <a:avLst/>
          </a:prstGeom>
          <a:noFill/>
          <a:ln/>
        </p:spPr>
        <p:txBody>
          <a:bodyPr wrap="square" lIns="0" tIns="0" rIns="0" bIns="0" rtlCol="0" anchor="ctr"/>
          <a:lstStyle/>
          <a:p>
            <a:pPr marL="0" indent="0">
              <a:buNone/>
            </a:pPr>
            <a:r>
              <a:rPr lang="en-US" sz="1000" b="1" dirty="0">
                <a:solidFill>
                  <a:srgbClr val="FFFFFF"/>
                </a:solidFill>
                <a:latin typeface="Meiryo" pitchFamily="34" charset="0"/>
                <a:ea typeface="Meiryo" pitchFamily="34" charset="-122"/>
                <a:cs typeface="Meiryo" pitchFamily="34" charset="-120"/>
              </a:rPr>
              <a:t>氏名</a:t>
            </a:r>
            <a:endParaRPr lang="en-US" sz="1000" dirty="0"/>
          </a:p>
        </p:txBody>
      </p:sp>
      <p:sp>
        <p:nvSpPr>
          <p:cNvPr id="29" name="Text 27"/>
          <p:cNvSpPr/>
          <p:nvPr/>
        </p:nvSpPr>
        <p:spPr>
          <a:xfrm>
            <a:off x="2240280" y="2377440"/>
            <a:ext cx="3383280" cy="292608"/>
          </a:xfrm>
          <a:prstGeom prst="rect">
            <a:avLst/>
          </a:prstGeom>
          <a:noFill/>
          <a:ln/>
        </p:spPr>
        <p:txBody>
          <a:bodyPr wrap="square" lIns="0" tIns="0" rIns="0" bIns="0" rtlCol="0" anchor="ctr"/>
          <a:lstStyle/>
          <a:p>
            <a:pPr marL="0" indent="0">
              <a:buNone/>
            </a:pPr>
            <a:r>
              <a:rPr lang="en-US" sz="1000" b="1" dirty="0">
                <a:solidFill>
                  <a:srgbClr val="FFFFFF"/>
                </a:solidFill>
                <a:latin typeface="Meiryo" pitchFamily="34" charset="0"/>
                <a:ea typeface="Meiryo" pitchFamily="34" charset="-122"/>
                <a:cs typeface="Meiryo" pitchFamily="34" charset="-120"/>
              </a:rPr>
              <a:t>所属</a:t>
            </a:r>
            <a:endParaRPr lang="en-US" sz="1000" dirty="0"/>
          </a:p>
        </p:txBody>
      </p:sp>
      <p:sp>
        <p:nvSpPr>
          <p:cNvPr id="30" name="Text 28"/>
          <p:cNvSpPr/>
          <p:nvPr/>
        </p:nvSpPr>
        <p:spPr>
          <a:xfrm>
            <a:off x="5715000" y="2377440"/>
            <a:ext cx="1280160" cy="292608"/>
          </a:xfrm>
          <a:prstGeom prst="rect">
            <a:avLst/>
          </a:prstGeom>
          <a:noFill/>
          <a:ln/>
        </p:spPr>
        <p:txBody>
          <a:bodyPr wrap="square" lIns="0" tIns="0" rIns="0" bIns="0" rtlCol="0" anchor="ctr"/>
          <a:lstStyle/>
          <a:p>
            <a:pPr marL="0" indent="0">
              <a:buNone/>
            </a:pPr>
            <a:r>
              <a:rPr lang="en-US" sz="1000" b="1" dirty="0">
                <a:solidFill>
                  <a:srgbClr val="FFFFFF"/>
                </a:solidFill>
                <a:latin typeface="Meiryo" pitchFamily="34" charset="0"/>
                <a:ea typeface="Meiryo" pitchFamily="34" charset="-122"/>
                <a:cs typeface="Meiryo" pitchFamily="34" charset="-120"/>
              </a:rPr>
              <a:t>記録数</a:t>
            </a:r>
            <a:endParaRPr lang="en-US" sz="1000" dirty="0"/>
          </a:p>
        </p:txBody>
      </p:sp>
      <p:sp>
        <p:nvSpPr>
          <p:cNvPr id="31" name="Text 29"/>
          <p:cNvSpPr/>
          <p:nvPr/>
        </p:nvSpPr>
        <p:spPr>
          <a:xfrm>
            <a:off x="7086600" y="2377440"/>
            <a:ext cx="1417320" cy="292608"/>
          </a:xfrm>
          <a:prstGeom prst="rect">
            <a:avLst/>
          </a:prstGeom>
          <a:noFill/>
          <a:ln/>
        </p:spPr>
        <p:txBody>
          <a:bodyPr wrap="square" lIns="0" tIns="0" rIns="0" bIns="0" rtlCol="0" anchor="ctr"/>
          <a:lstStyle/>
          <a:p>
            <a:pPr marL="0" indent="0">
              <a:buNone/>
            </a:pPr>
            <a:r>
              <a:rPr lang="en-US" sz="1000" b="1" dirty="0">
                <a:solidFill>
                  <a:srgbClr val="FFFFFF"/>
                </a:solidFill>
                <a:latin typeface="Meiryo" pitchFamily="34" charset="0"/>
                <a:ea typeface="Meiryo" pitchFamily="34" charset="-122"/>
                <a:cs typeface="Meiryo" pitchFamily="34" charset="-120"/>
              </a:rPr>
              <a:t>閲覧数</a:t>
            </a:r>
            <a:endParaRPr lang="en-US" sz="1000" dirty="0"/>
          </a:p>
        </p:txBody>
      </p:sp>
      <p:sp>
        <p:nvSpPr>
          <p:cNvPr id="32" name="Shape 30"/>
          <p:cNvSpPr/>
          <p:nvPr/>
        </p:nvSpPr>
        <p:spPr>
          <a:xfrm>
            <a:off x="320040" y="2670048"/>
            <a:ext cx="1828800" cy="402336"/>
          </a:xfrm>
          <a:prstGeom prst="rect">
            <a:avLst/>
          </a:prstGeom>
          <a:solidFill>
            <a:srgbClr val="FFFFFF"/>
          </a:solidFill>
          <a:ln w="6350">
            <a:solidFill>
              <a:srgbClr val="EEEEEE"/>
            </a:solidFill>
            <a:prstDash val="solid"/>
          </a:ln>
        </p:spPr>
      </p:sp>
      <p:sp>
        <p:nvSpPr>
          <p:cNvPr id="33" name="Text 31"/>
          <p:cNvSpPr/>
          <p:nvPr/>
        </p:nvSpPr>
        <p:spPr>
          <a:xfrm>
            <a:off x="411480" y="2670048"/>
            <a:ext cx="1737360" cy="402336"/>
          </a:xfrm>
          <a:prstGeom prst="rect">
            <a:avLst/>
          </a:prstGeom>
          <a:noFill/>
          <a:ln/>
        </p:spPr>
        <p:txBody>
          <a:bodyPr wrap="square" lIns="0" tIns="0" rIns="0" bIns="0" rtlCol="0" anchor="ctr"/>
          <a:lstStyle/>
          <a:p>
            <a:pPr marL="0" indent="0">
              <a:buNone/>
            </a:pPr>
            <a:r>
              <a:rPr lang="en-US" sz="1000" dirty="0">
                <a:solidFill>
                  <a:srgbClr val="3E2723"/>
                </a:solidFill>
                <a:latin typeface="Meiryo" pitchFamily="34" charset="0"/>
                <a:ea typeface="Meiryo" pitchFamily="34" charset="-122"/>
                <a:cs typeface="Meiryo" pitchFamily="34" charset="-120"/>
              </a:rPr>
              <a:t>山田　花子</a:t>
            </a:r>
            <a:endParaRPr lang="en-US" sz="1000" dirty="0"/>
          </a:p>
        </p:txBody>
      </p:sp>
      <p:sp>
        <p:nvSpPr>
          <p:cNvPr id="34" name="Shape 32"/>
          <p:cNvSpPr/>
          <p:nvPr/>
        </p:nvSpPr>
        <p:spPr>
          <a:xfrm>
            <a:off x="2148840" y="2670048"/>
            <a:ext cx="3474720" cy="402336"/>
          </a:xfrm>
          <a:prstGeom prst="rect">
            <a:avLst/>
          </a:prstGeom>
          <a:solidFill>
            <a:srgbClr val="FFFFFF"/>
          </a:solidFill>
          <a:ln w="6350">
            <a:solidFill>
              <a:srgbClr val="EEEEEE"/>
            </a:solidFill>
            <a:prstDash val="solid"/>
          </a:ln>
        </p:spPr>
      </p:sp>
      <p:sp>
        <p:nvSpPr>
          <p:cNvPr id="35" name="Text 33"/>
          <p:cNvSpPr/>
          <p:nvPr/>
        </p:nvSpPr>
        <p:spPr>
          <a:xfrm>
            <a:off x="2240280" y="2670048"/>
            <a:ext cx="3383280" cy="402336"/>
          </a:xfrm>
          <a:prstGeom prst="rect">
            <a:avLst/>
          </a:prstGeom>
          <a:noFill/>
          <a:ln/>
        </p:spPr>
        <p:txBody>
          <a:bodyPr wrap="square" lIns="0" tIns="0" rIns="0" bIns="0" rtlCol="0" anchor="ctr"/>
          <a:lstStyle/>
          <a:p>
            <a:pPr marL="0" indent="0">
              <a:buNone/>
            </a:pPr>
            <a:r>
              <a:rPr lang="en-US" sz="1000" dirty="0">
                <a:solidFill>
                  <a:srgbClr val="3E2723"/>
                </a:solidFill>
                <a:latin typeface="Meiryo" pitchFamily="34" charset="0"/>
                <a:ea typeface="Meiryo" pitchFamily="34" charset="-122"/>
                <a:cs typeface="Meiryo" pitchFamily="34" charset="-120"/>
              </a:rPr>
              <a:t>６年１組（管理者）</a:t>
            </a:r>
            <a:endParaRPr lang="en-US" sz="1000" dirty="0"/>
          </a:p>
        </p:txBody>
      </p:sp>
      <p:sp>
        <p:nvSpPr>
          <p:cNvPr id="36" name="Shape 34"/>
          <p:cNvSpPr/>
          <p:nvPr/>
        </p:nvSpPr>
        <p:spPr>
          <a:xfrm>
            <a:off x="5623560" y="2670048"/>
            <a:ext cx="1371600" cy="402336"/>
          </a:xfrm>
          <a:prstGeom prst="rect">
            <a:avLst/>
          </a:prstGeom>
          <a:solidFill>
            <a:srgbClr val="FFFFFF"/>
          </a:solidFill>
          <a:ln w="6350">
            <a:solidFill>
              <a:srgbClr val="EEEEEE"/>
            </a:solidFill>
            <a:prstDash val="solid"/>
          </a:ln>
        </p:spPr>
      </p:sp>
      <p:sp>
        <p:nvSpPr>
          <p:cNvPr id="37" name="Text 35"/>
          <p:cNvSpPr/>
          <p:nvPr/>
        </p:nvSpPr>
        <p:spPr>
          <a:xfrm>
            <a:off x="5715000" y="2670048"/>
            <a:ext cx="1280160" cy="402336"/>
          </a:xfrm>
          <a:prstGeom prst="rect">
            <a:avLst/>
          </a:prstGeom>
          <a:noFill/>
          <a:ln/>
        </p:spPr>
        <p:txBody>
          <a:bodyPr wrap="square" lIns="0" tIns="0" rIns="0" bIns="0" rtlCol="0" anchor="ctr"/>
          <a:lstStyle/>
          <a:p>
            <a:pPr marL="0" indent="0">
              <a:buNone/>
            </a:pPr>
            <a:r>
              <a:rPr lang="en-US" sz="1000" dirty="0">
                <a:solidFill>
                  <a:srgbClr val="3E2723"/>
                </a:solidFill>
                <a:latin typeface="Meiryo" pitchFamily="34" charset="0"/>
                <a:ea typeface="Meiryo" pitchFamily="34" charset="-122"/>
                <a:cs typeface="Meiryo" pitchFamily="34" charset="-120"/>
              </a:rPr>
              <a:t>8冊</a:t>
            </a:r>
            <a:endParaRPr lang="en-US" sz="1000" dirty="0"/>
          </a:p>
        </p:txBody>
      </p:sp>
      <p:sp>
        <p:nvSpPr>
          <p:cNvPr id="38" name="Shape 36"/>
          <p:cNvSpPr/>
          <p:nvPr/>
        </p:nvSpPr>
        <p:spPr>
          <a:xfrm>
            <a:off x="6995160" y="2670048"/>
            <a:ext cx="1508760" cy="402336"/>
          </a:xfrm>
          <a:prstGeom prst="rect">
            <a:avLst/>
          </a:prstGeom>
          <a:solidFill>
            <a:srgbClr val="FFFFFF"/>
          </a:solidFill>
          <a:ln w="6350">
            <a:solidFill>
              <a:srgbClr val="EEEEEE"/>
            </a:solidFill>
            <a:prstDash val="solid"/>
          </a:ln>
        </p:spPr>
      </p:sp>
      <p:sp>
        <p:nvSpPr>
          <p:cNvPr id="39" name="Text 37"/>
          <p:cNvSpPr/>
          <p:nvPr/>
        </p:nvSpPr>
        <p:spPr>
          <a:xfrm>
            <a:off x="7086600" y="2670048"/>
            <a:ext cx="1417320" cy="402336"/>
          </a:xfrm>
          <a:prstGeom prst="rect">
            <a:avLst/>
          </a:prstGeom>
          <a:noFill/>
          <a:ln/>
        </p:spPr>
        <p:txBody>
          <a:bodyPr wrap="square" lIns="0" tIns="0" rIns="0" bIns="0" rtlCol="0" anchor="ctr"/>
          <a:lstStyle/>
          <a:p>
            <a:pPr marL="0" indent="0">
              <a:buNone/>
            </a:pPr>
            <a:r>
              <a:rPr lang="en-US" sz="1000" dirty="0">
                <a:solidFill>
                  <a:srgbClr val="3E2723"/>
                </a:solidFill>
                <a:latin typeface="Meiryo" pitchFamily="34" charset="0"/>
                <a:ea typeface="Meiryo" pitchFamily="34" charset="-122"/>
                <a:cs typeface="Meiryo" pitchFamily="34" charset="-120"/>
              </a:rPr>
              <a:t>52回</a:t>
            </a:r>
            <a:endParaRPr lang="en-US" sz="1000" dirty="0"/>
          </a:p>
        </p:txBody>
      </p:sp>
      <p:sp>
        <p:nvSpPr>
          <p:cNvPr id="40" name="Shape 38"/>
          <p:cNvSpPr/>
          <p:nvPr/>
        </p:nvSpPr>
        <p:spPr>
          <a:xfrm>
            <a:off x="320040" y="3072384"/>
            <a:ext cx="1828800" cy="402336"/>
          </a:xfrm>
          <a:prstGeom prst="rect">
            <a:avLst/>
          </a:prstGeom>
          <a:solidFill>
            <a:srgbClr val="FAFAFA"/>
          </a:solidFill>
          <a:ln w="6350">
            <a:solidFill>
              <a:srgbClr val="EEEEEE"/>
            </a:solidFill>
            <a:prstDash val="solid"/>
          </a:ln>
        </p:spPr>
      </p:sp>
      <p:sp>
        <p:nvSpPr>
          <p:cNvPr id="41" name="Text 39"/>
          <p:cNvSpPr/>
          <p:nvPr/>
        </p:nvSpPr>
        <p:spPr>
          <a:xfrm>
            <a:off x="411480" y="3072384"/>
            <a:ext cx="1737360" cy="402336"/>
          </a:xfrm>
          <a:prstGeom prst="rect">
            <a:avLst/>
          </a:prstGeom>
          <a:noFill/>
          <a:ln/>
        </p:spPr>
        <p:txBody>
          <a:bodyPr wrap="square" lIns="0" tIns="0" rIns="0" bIns="0" rtlCol="0" anchor="ctr"/>
          <a:lstStyle/>
          <a:p>
            <a:pPr marL="0" indent="0">
              <a:buNone/>
            </a:pPr>
            <a:r>
              <a:rPr lang="en-US" sz="1000" dirty="0">
                <a:solidFill>
                  <a:srgbClr val="3E2723"/>
                </a:solidFill>
                <a:latin typeface="Meiryo" pitchFamily="34" charset="0"/>
                <a:ea typeface="Meiryo" pitchFamily="34" charset="-122"/>
                <a:cs typeface="Meiryo" pitchFamily="34" charset="-120"/>
              </a:rPr>
              <a:t>鈴木　一郎</a:t>
            </a:r>
            <a:endParaRPr lang="en-US" sz="1000" dirty="0"/>
          </a:p>
        </p:txBody>
      </p:sp>
      <p:sp>
        <p:nvSpPr>
          <p:cNvPr id="42" name="Shape 40"/>
          <p:cNvSpPr/>
          <p:nvPr/>
        </p:nvSpPr>
        <p:spPr>
          <a:xfrm>
            <a:off x="2148840" y="3072384"/>
            <a:ext cx="3474720" cy="402336"/>
          </a:xfrm>
          <a:prstGeom prst="rect">
            <a:avLst/>
          </a:prstGeom>
          <a:solidFill>
            <a:srgbClr val="FAFAFA"/>
          </a:solidFill>
          <a:ln w="6350">
            <a:solidFill>
              <a:srgbClr val="EEEEEE"/>
            </a:solidFill>
            <a:prstDash val="solid"/>
          </a:ln>
        </p:spPr>
      </p:sp>
      <p:sp>
        <p:nvSpPr>
          <p:cNvPr id="43" name="Text 41"/>
          <p:cNvSpPr/>
          <p:nvPr/>
        </p:nvSpPr>
        <p:spPr>
          <a:xfrm>
            <a:off x="2240280" y="3072384"/>
            <a:ext cx="3383280" cy="402336"/>
          </a:xfrm>
          <a:prstGeom prst="rect">
            <a:avLst/>
          </a:prstGeom>
          <a:noFill/>
          <a:ln/>
        </p:spPr>
        <p:txBody>
          <a:bodyPr wrap="square" lIns="0" tIns="0" rIns="0" bIns="0" rtlCol="0" anchor="ctr"/>
          <a:lstStyle/>
          <a:p>
            <a:pPr marL="0" indent="0">
              <a:buNone/>
            </a:pPr>
            <a:r>
              <a:rPr lang="en-US" sz="1000" dirty="0">
                <a:solidFill>
                  <a:srgbClr val="3E2723"/>
                </a:solidFill>
                <a:latin typeface="Meiryo" pitchFamily="34" charset="0"/>
                <a:ea typeface="Meiryo" pitchFamily="34" charset="-122"/>
                <a:cs typeface="Meiryo" pitchFamily="34" charset="-120"/>
              </a:rPr>
              <a:t>５年２組・理科</a:t>
            </a:r>
            <a:endParaRPr lang="en-US" sz="1000" dirty="0"/>
          </a:p>
        </p:txBody>
      </p:sp>
      <p:sp>
        <p:nvSpPr>
          <p:cNvPr id="44" name="Shape 42"/>
          <p:cNvSpPr/>
          <p:nvPr/>
        </p:nvSpPr>
        <p:spPr>
          <a:xfrm>
            <a:off x="5623560" y="3072384"/>
            <a:ext cx="1371600" cy="402336"/>
          </a:xfrm>
          <a:prstGeom prst="rect">
            <a:avLst/>
          </a:prstGeom>
          <a:solidFill>
            <a:srgbClr val="FAFAFA"/>
          </a:solidFill>
          <a:ln w="6350">
            <a:solidFill>
              <a:srgbClr val="EEEEEE"/>
            </a:solidFill>
            <a:prstDash val="solid"/>
          </a:ln>
        </p:spPr>
      </p:sp>
      <p:sp>
        <p:nvSpPr>
          <p:cNvPr id="45" name="Text 43"/>
          <p:cNvSpPr/>
          <p:nvPr/>
        </p:nvSpPr>
        <p:spPr>
          <a:xfrm>
            <a:off x="5715000" y="3072384"/>
            <a:ext cx="1280160" cy="402336"/>
          </a:xfrm>
          <a:prstGeom prst="rect">
            <a:avLst/>
          </a:prstGeom>
          <a:noFill/>
          <a:ln/>
        </p:spPr>
        <p:txBody>
          <a:bodyPr wrap="square" lIns="0" tIns="0" rIns="0" bIns="0" rtlCol="0" anchor="ctr"/>
          <a:lstStyle/>
          <a:p>
            <a:pPr marL="0" indent="0">
              <a:buNone/>
            </a:pPr>
            <a:r>
              <a:rPr lang="en-US" sz="1000" dirty="0">
                <a:solidFill>
                  <a:srgbClr val="3E2723"/>
                </a:solidFill>
                <a:latin typeface="Meiryo" pitchFamily="34" charset="0"/>
                <a:ea typeface="Meiryo" pitchFamily="34" charset="-122"/>
                <a:cs typeface="Meiryo" pitchFamily="34" charset="-120"/>
              </a:rPr>
              <a:t>6冊</a:t>
            </a:r>
            <a:endParaRPr lang="en-US" sz="1000" dirty="0"/>
          </a:p>
        </p:txBody>
      </p:sp>
      <p:sp>
        <p:nvSpPr>
          <p:cNvPr id="46" name="Shape 44"/>
          <p:cNvSpPr/>
          <p:nvPr/>
        </p:nvSpPr>
        <p:spPr>
          <a:xfrm>
            <a:off x="6995160" y="3072384"/>
            <a:ext cx="1508760" cy="402336"/>
          </a:xfrm>
          <a:prstGeom prst="rect">
            <a:avLst/>
          </a:prstGeom>
          <a:solidFill>
            <a:srgbClr val="FAFAFA"/>
          </a:solidFill>
          <a:ln w="6350">
            <a:solidFill>
              <a:srgbClr val="EEEEEE"/>
            </a:solidFill>
            <a:prstDash val="solid"/>
          </a:ln>
        </p:spPr>
      </p:sp>
      <p:sp>
        <p:nvSpPr>
          <p:cNvPr id="47" name="Text 45"/>
          <p:cNvSpPr/>
          <p:nvPr/>
        </p:nvSpPr>
        <p:spPr>
          <a:xfrm>
            <a:off x="7086600" y="3072384"/>
            <a:ext cx="1417320" cy="402336"/>
          </a:xfrm>
          <a:prstGeom prst="rect">
            <a:avLst/>
          </a:prstGeom>
          <a:noFill/>
          <a:ln/>
        </p:spPr>
        <p:txBody>
          <a:bodyPr wrap="square" lIns="0" tIns="0" rIns="0" bIns="0" rtlCol="0" anchor="ctr"/>
          <a:lstStyle/>
          <a:p>
            <a:pPr marL="0" indent="0">
              <a:buNone/>
            </a:pPr>
            <a:r>
              <a:rPr lang="en-US" sz="1000" dirty="0">
                <a:solidFill>
                  <a:srgbClr val="3E2723"/>
                </a:solidFill>
                <a:latin typeface="Meiryo" pitchFamily="34" charset="0"/>
                <a:ea typeface="Meiryo" pitchFamily="34" charset="-122"/>
                <a:cs typeface="Meiryo" pitchFamily="34" charset="-120"/>
              </a:rPr>
              <a:t>34回</a:t>
            </a:r>
            <a:endParaRPr lang="en-US" sz="1000" dirty="0"/>
          </a:p>
        </p:txBody>
      </p:sp>
      <p:sp>
        <p:nvSpPr>
          <p:cNvPr id="48" name="Shape 46"/>
          <p:cNvSpPr/>
          <p:nvPr/>
        </p:nvSpPr>
        <p:spPr>
          <a:xfrm>
            <a:off x="320040" y="3474720"/>
            <a:ext cx="1828800" cy="402336"/>
          </a:xfrm>
          <a:prstGeom prst="rect">
            <a:avLst/>
          </a:prstGeom>
          <a:solidFill>
            <a:srgbClr val="FFFFFF"/>
          </a:solidFill>
          <a:ln w="6350">
            <a:solidFill>
              <a:srgbClr val="EEEEEE"/>
            </a:solidFill>
            <a:prstDash val="solid"/>
          </a:ln>
        </p:spPr>
      </p:sp>
      <p:sp>
        <p:nvSpPr>
          <p:cNvPr id="49" name="Text 47"/>
          <p:cNvSpPr/>
          <p:nvPr/>
        </p:nvSpPr>
        <p:spPr>
          <a:xfrm>
            <a:off x="411480" y="3474720"/>
            <a:ext cx="1737360" cy="402336"/>
          </a:xfrm>
          <a:prstGeom prst="rect">
            <a:avLst/>
          </a:prstGeom>
          <a:noFill/>
          <a:ln/>
        </p:spPr>
        <p:txBody>
          <a:bodyPr wrap="square" lIns="0" tIns="0" rIns="0" bIns="0" rtlCol="0" anchor="ctr"/>
          <a:lstStyle/>
          <a:p>
            <a:pPr marL="0" indent="0">
              <a:buNone/>
            </a:pPr>
            <a:r>
              <a:rPr lang="en-US" sz="1000" dirty="0">
                <a:solidFill>
                  <a:srgbClr val="3E2723"/>
                </a:solidFill>
                <a:latin typeface="Meiryo" pitchFamily="34" charset="0"/>
                <a:ea typeface="Meiryo" pitchFamily="34" charset="-122"/>
                <a:cs typeface="Meiryo" pitchFamily="34" charset="-120"/>
              </a:rPr>
              <a:t>田中　みどり</a:t>
            </a:r>
            <a:endParaRPr lang="en-US" sz="1000" dirty="0"/>
          </a:p>
        </p:txBody>
      </p:sp>
      <p:sp>
        <p:nvSpPr>
          <p:cNvPr id="50" name="Shape 48"/>
          <p:cNvSpPr/>
          <p:nvPr/>
        </p:nvSpPr>
        <p:spPr>
          <a:xfrm>
            <a:off x="2148840" y="3474720"/>
            <a:ext cx="3474720" cy="402336"/>
          </a:xfrm>
          <a:prstGeom prst="rect">
            <a:avLst/>
          </a:prstGeom>
          <a:solidFill>
            <a:srgbClr val="FFFFFF"/>
          </a:solidFill>
          <a:ln w="6350">
            <a:solidFill>
              <a:srgbClr val="EEEEEE"/>
            </a:solidFill>
            <a:prstDash val="solid"/>
          </a:ln>
        </p:spPr>
      </p:sp>
      <p:sp>
        <p:nvSpPr>
          <p:cNvPr id="51" name="Text 49"/>
          <p:cNvSpPr/>
          <p:nvPr/>
        </p:nvSpPr>
        <p:spPr>
          <a:xfrm>
            <a:off x="2240280" y="3474720"/>
            <a:ext cx="3383280" cy="402336"/>
          </a:xfrm>
          <a:prstGeom prst="rect">
            <a:avLst/>
          </a:prstGeom>
          <a:noFill/>
          <a:ln/>
        </p:spPr>
        <p:txBody>
          <a:bodyPr wrap="square" lIns="0" tIns="0" rIns="0" bIns="0" rtlCol="0" anchor="ctr"/>
          <a:lstStyle/>
          <a:p>
            <a:pPr marL="0" indent="0">
              <a:buNone/>
            </a:pPr>
            <a:r>
              <a:rPr lang="en-US" sz="1000" dirty="0">
                <a:solidFill>
                  <a:srgbClr val="3E2723"/>
                </a:solidFill>
                <a:latin typeface="Meiryo" pitchFamily="34" charset="0"/>
                <a:ea typeface="Meiryo" pitchFamily="34" charset="-122"/>
                <a:cs typeface="Meiryo" pitchFamily="34" charset="-120"/>
              </a:rPr>
              <a:t>体育</a:t>
            </a:r>
            <a:endParaRPr lang="en-US" sz="1000" dirty="0"/>
          </a:p>
        </p:txBody>
      </p:sp>
      <p:sp>
        <p:nvSpPr>
          <p:cNvPr id="52" name="Shape 50"/>
          <p:cNvSpPr/>
          <p:nvPr/>
        </p:nvSpPr>
        <p:spPr>
          <a:xfrm>
            <a:off x="5623560" y="3474720"/>
            <a:ext cx="1371600" cy="402336"/>
          </a:xfrm>
          <a:prstGeom prst="rect">
            <a:avLst/>
          </a:prstGeom>
          <a:solidFill>
            <a:srgbClr val="FFFFFF"/>
          </a:solidFill>
          <a:ln w="6350">
            <a:solidFill>
              <a:srgbClr val="EEEEEE"/>
            </a:solidFill>
            <a:prstDash val="solid"/>
          </a:ln>
        </p:spPr>
      </p:sp>
      <p:sp>
        <p:nvSpPr>
          <p:cNvPr id="53" name="Text 51"/>
          <p:cNvSpPr/>
          <p:nvPr/>
        </p:nvSpPr>
        <p:spPr>
          <a:xfrm>
            <a:off x="5715000" y="3474720"/>
            <a:ext cx="1280160" cy="402336"/>
          </a:xfrm>
          <a:prstGeom prst="rect">
            <a:avLst/>
          </a:prstGeom>
          <a:noFill/>
          <a:ln/>
        </p:spPr>
        <p:txBody>
          <a:bodyPr wrap="square" lIns="0" tIns="0" rIns="0" bIns="0" rtlCol="0" anchor="ctr"/>
          <a:lstStyle/>
          <a:p>
            <a:pPr marL="0" indent="0">
              <a:buNone/>
            </a:pPr>
            <a:r>
              <a:rPr lang="en-US" sz="1000" dirty="0">
                <a:solidFill>
                  <a:srgbClr val="3E2723"/>
                </a:solidFill>
                <a:latin typeface="Meiryo" pitchFamily="34" charset="0"/>
                <a:ea typeface="Meiryo" pitchFamily="34" charset="-122"/>
                <a:cs typeface="Meiryo" pitchFamily="34" charset="-120"/>
              </a:rPr>
              <a:t>5冊</a:t>
            </a:r>
            <a:endParaRPr lang="en-US" sz="1000" dirty="0"/>
          </a:p>
        </p:txBody>
      </p:sp>
      <p:sp>
        <p:nvSpPr>
          <p:cNvPr id="54" name="Shape 52"/>
          <p:cNvSpPr/>
          <p:nvPr/>
        </p:nvSpPr>
        <p:spPr>
          <a:xfrm>
            <a:off x="6995160" y="3474720"/>
            <a:ext cx="1508760" cy="402336"/>
          </a:xfrm>
          <a:prstGeom prst="rect">
            <a:avLst/>
          </a:prstGeom>
          <a:solidFill>
            <a:srgbClr val="FFFFFF"/>
          </a:solidFill>
          <a:ln w="6350">
            <a:solidFill>
              <a:srgbClr val="EEEEEE"/>
            </a:solidFill>
            <a:prstDash val="solid"/>
          </a:ln>
        </p:spPr>
      </p:sp>
      <p:sp>
        <p:nvSpPr>
          <p:cNvPr id="55" name="Text 53"/>
          <p:cNvSpPr/>
          <p:nvPr/>
        </p:nvSpPr>
        <p:spPr>
          <a:xfrm>
            <a:off x="7086600" y="3474720"/>
            <a:ext cx="1417320" cy="402336"/>
          </a:xfrm>
          <a:prstGeom prst="rect">
            <a:avLst/>
          </a:prstGeom>
          <a:noFill/>
          <a:ln/>
        </p:spPr>
        <p:txBody>
          <a:bodyPr wrap="square" lIns="0" tIns="0" rIns="0" bIns="0" rtlCol="0" anchor="ctr"/>
          <a:lstStyle/>
          <a:p>
            <a:pPr marL="0" indent="0">
              <a:buNone/>
            </a:pPr>
            <a:r>
              <a:rPr lang="en-US" sz="1000" dirty="0">
                <a:solidFill>
                  <a:srgbClr val="3E2723"/>
                </a:solidFill>
                <a:latin typeface="Meiryo" pitchFamily="34" charset="0"/>
                <a:ea typeface="Meiryo" pitchFamily="34" charset="-122"/>
                <a:cs typeface="Meiryo" pitchFamily="34" charset="-120"/>
              </a:rPr>
              <a:t>28回</a:t>
            </a:r>
            <a:endParaRPr lang="en-US" sz="1000" dirty="0"/>
          </a:p>
        </p:txBody>
      </p:sp>
      <p:sp>
        <p:nvSpPr>
          <p:cNvPr id="56" name="Shape 54"/>
          <p:cNvSpPr/>
          <p:nvPr/>
        </p:nvSpPr>
        <p:spPr>
          <a:xfrm>
            <a:off x="320040" y="3877056"/>
            <a:ext cx="1828800" cy="402336"/>
          </a:xfrm>
          <a:prstGeom prst="rect">
            <a:avLst/>
          </a:prstGeom>
          <a:solidFill>
            <a:srgbClr val="FAFAFA"/>
          </a:solidFill>
          <a:ln w="6350">
            <a:solidFill>
              <a:srgbClr val="EEEEEE"/>
            </a:solidFill>
            <a:prstDash val="solid"/>
          </a:ln>
        </p:spPr>
      </p:sp>
      <p:sp>
        <p:nvSpPr>
          <p:cNvPr id="57" name="Text 55"/>
          <p:cNvSpPr/>
          <p:nvPr/>
        </p:nvSpPr>
        <p:spPr>
          <a:xfrm>
            <a:off x="411480" y="3877056"/>
            <a:ext cx="1737360" cy="402336"/>
          </a:xfrm>
          <a:prstGeom prst="rect">
            <a:avLst/>
          </a:prstGeom>
          <a:noFill/>
          <a:ln/>
        </p:spPr>
        <p:txBody>
          <a:bodyPr wrap="square" lIns="0" tIns="0" rIns="0" bIns="0" rtlCol="0" anchor="ctr"/>
          <a:lstStyle/>
          <a:p>
            <a:pPr marL="0" indent="0">
              <a:buNone/>
            </a:pPr>
            <a:r>
              <a:rPr lang="en-US" sz="1000" dirty="0">
                <a:solidFill>
                  <a:srgbClr val="3E2723"/>
                </a:solidFill>
                <a:latin typeface="Meiryo" pitchFamily="34" charset="0"/>
                <a:ea typeface="Meiryo" pitchFamily="34" charset="-122"/>
                <a:cs typeface="Meiryo" pitchFamily="34" charset="-120"/>
              </a:rPr>
              <a:t>佐藤　次郎</a:t>
            </a:r>
            <a:endParaRPr lang="en-US" sz="1000" dirty="0"/>
          </a:p>
        </p:txBody>
      </p:sp>
      <p:sp>
        <p:nvSpPr>
          <p:cNvPr id="58" name="Shape 56"/>
          <p:cNvSpPr/>
          <p:nvPr/>
        </p:nvSpPr>
        <p:spPr>
          <a:xfrm>
            <a:off x="2148840" y="3877056"/>
            <a:ext cx="3474720" cy="402336"/>
          </a:xfrm>
          <a:prstGeom prst="rect">
            <a:avLst/>
          </a:prstGeom>
          <a:solidFill>
            <a:srgbClr val="FAFAFA"/>
          </a:solidFill>
          <a:ln w="6350">
            <a:solidFill>
              <a:srgbClr val="EEEEEE"/>
            </a:solidFill>
            <a:prstDash val="solid"/>
          </a:ln>
        </p:spPr>
      </p:sp>
      <p:sp>
        <p:nvSpPr>
          <p:cNvPr id="59" name="Text 57"/>
          <p:cNvSpPr/>
          <p:nvPr/>
        </p:nvSpPr>
        <p:spPr>
          <a:xfrm>
            <a:off x="2240280" y="3877056"/>
            <a:ext cx="3383280" cy="402336"/>
          </a:xfrm>
          <a:prstGeom prst="rect">
            <a:avLst/>
          </a:prstGeom>
          <a:noFill/>
          <a:ln/>
        </p:spPr>
        <p:txBody>
          <a:bodyPr wrap="square" lIns="0" tIns="0" rIns="0" bIns="0" rtlCol="0" anchor="ctr"/>
          <a:lstStyle/>
          <a:p>
            <a:pPr marL="0" indent="0">
              <a:buNone/>
            </a:pPr>
            <a:r>
              <a:rPr lang="en-US" sz="1000" dirty="0">
                <a:solidFill>
                  <a:srgbClr val="3E2723"/>
                </a:solidFill>
                <a:latin typeface="Meiryo" pitchFamily="34" charset="0"/>
                <a:ea typeface="Meiryo" pitchFamily="34" charset="-122"/>
                <a:cs typeface="Meiryo" pitchFamily="34" charset="-120"/>
              </a:rPr>
              <a:t>６年２組</a:t>
            </a:r>
            <a:endParaRPr lang="en-US" sz="1000" dirty="0"/>
          </a:p>
        </p:txBody>
      </p:sp>
      <p:sp>
        <p:nvSpPr>
          <p:cNvPr id="60" name="Shape 58"/>
          <p:cNvSpPr/>
          <p:nvPr/>
        </p:nvSpPr>
        <p:spPr>
          <a:xfrm>
            <a:off x="5623560" y="3877056"/>
            <a:ext cx="1371600" cy="402336"/>
          </a:xfrm>
          <a:prstGeom prst="rect">
            <a:avLst/>
          </a:prstGeom>
          <a:solidFill>
            <a:srgbClr val="FAFAFA"/>
          </a:solidFill>
          <a:ln w="6350">
            <a:solidFill>
              <a:srgbClr val="EEEEEE"/>
            </a:solidFill>
            <a:prstDash val="solid"/>
          </a:ln>
        </p:spPr>
      </p:sp>
      <p:sp>
        <p:nvSpPr>
          <p:cNvPr id="61" name="Text 59"/>
          <p:cNvSpPr/>
          <p:nvPr/>
        </p:nvSpPr>
        <p:spPr>
          <a:xfrm>
            <a:off x="5715000" y="3877056"/>
            <a:ext cx="1280160" cy="402336"/>
          </a:xfrm>
          <a:prstGeom prst="rect">
            <a:avLst/>
          </a:prstGeom>
          <a:noFill/>
          <a:ln/>
        </p:spPr>
        <p:txBody>
          <a:bodyPr wrap="square" lIns="0" tIns="0" rIns="0" bIns="0" rtlCol="0" anchor="ctr"/>
          <a:lstStyle/>
          <a:p>
            <a:pPr marL="0" indent="0">
              <a:buNone/>
            </a:pPr>
            <a:r>
              <a:rPr lang="en-US" sz="1000" dirty="0">
                <a:solidFill>
                  <a:srgbClr val="3E2723"/>
                </a:solidFill>
                <a:latin typeface="Meiryo" pitchFamily="34" charset="0"/>
                <a:ea typeface="Meiryo" pitchFamily="34" charset="-122"/>
                <a:cs typeface="Meiryo" pitchFamily="34" charset="-120"/>
              </a:rPr>
              <a:t>3冊</a:t>
            </a:r>
            <a:endParaRPr lang="en-US" sz="1000" dirty="0"/>
          </a:p>
        </p:txBody>
      </p:sp>
      <p:sp>
        <p:nvSpPr>
          <p:cNvPr id="62" name="Shape 60"/>
          <p:cNvSpPr/>
          <p:nvPr/>
        </p:nvSpPr>
        <p:spPr>
          <a:xfrm>
            <a:off x="6995160" y="3877056"/>
            <a:ext cx="1508760" cy="402336"/>
          </a:xfrm>
          <a:prstGeom prst="rect">
            <a:avLst/>
          </a:prstGeom>
          <a:solidFill>
            <a:srgbClr val="FAFAFA"/>
          </a:solidFill>
          <a:ln w="6350">
            <a:solidFill>
              <a:srgbClr val="EEEEEE"/>
            </a:solidFill>
            <a:prstDash val="solid"/>
          </a:ln>
        </p:spPr>
      </p:sp>
      <p:sp>
        <p:nvSpPr>
          <p:cNvPr id="63" name="Text 61"/>
          <p:cNvSpPr/>
          <p:nvPr/>
        </p:nvSpPr>
        <p:spPr>
          <a:xfrm>
            <a:off x="7086600" y="3877056"/>
            <a:ext cx="1417320" cy="402336"/>
          </a:xfrm>
          <a:prstGeom prst="rect">
            <a:avLst/>
          </a:prstGeom>
          <a:noFill/>
          <a:ln/>
        </p:spPr>
        <p:txBody>
          <a:bodyPr wrap="square" lIns="0" tIns="0" rIns="0" bIns="0" rtlCol="0" anchor="ctr"/>
          <a:lstStyle/>
          <a:p>
            <a:pPr marL="0" indent="0">
              <a:buNone/>
            </a:pPr>
            <a:r>
              <a:rPr lang="en-US" sz="1000" dirty="0">
                <a:solidFill>
                  <a:srgbClr val="3E2723"/>
                </a:solidFill>
                <a:latin typeface="Meiryo" pitchFamily="34" charset="0"/>
                <a:ea typeface="Meiryo" pitchFamily="34" charset="-122"/>
                <a:cs typeface="Meiryo" pitchFamily="34" charset="-120"/>
              </a:rPr>
              <a:t>22回</a:t>
            </a:r>
            <a:endParaRPr lang="en-US" sz="1000" dirty="0"/>
          </a:p>
        </p:txBody>
      </p:sp>
      <p:sp>
        <p:nvSpPr>
          <p:cNvPr id="64" name="Shape 62"/>
          <p:cNvSpPr/>
          <p:nvPr/>
        </p:nvSpPr>
        <p:spPr>
          <a:xfrm>
            <a:off x="320040" y="4579056"/>
            <a:ext cx="8503920" cy="537012"/>
          </a:xfrm>
          <a:prstGeom prst="roundRect">
            <a:avLst>
              <a:gd name="adj" fmla="val 15217"/>
            </a:avLst>
          </a:prstGeom>
          <a:solidFill>
            <a:srgbClr val="E0F2F1"/>
          </a:solidFill>
          <a:ln w="19050">
            <a:solidFill>
              <a:srgbClr val="26A69A"/>
            </a:solidFill>
            <a:prstDash val="solid"/>
          </a:ln>
        </p:spPr>
      </p:sp>
      <p:sp>
        <p:nvSpPr>
          <p:cNvPr id="65" name="Text 63"/>
          <p:cNvSpPr/>
          <p:nvPr/>
        </p:nvSpPr>
        <p:spPr>
          <a:xfrm>
            <a:off x="429768" y="4612932"/>
            <a:ext cx="8284464" cy="237744"/>
          </a:xfrm>
          <a:prstGeom prst="rect">
            <a:avLst/>
          </a:prstGeom>
          <a:noFill/>
          <a:ln/>
        </p:spPr>
        <p:txBody>
          <a:bodyPr wrap="square" lIns="0" tIns="0" rIns="0" bIns="0" rtlCol="0" anchor="ctr"/>
          <a:lstStyle/>
          <a:p>
            <a:pPr marL="0" indent="0">
              <a:buNone/>
            </a:pPr>
            <a:r>
              <a:rPr lang="en-US" sz="950" b="1" dirty="0">
                <a:solidFill>
                  <a:srgbClr val="00796B"/>
                </a:solidFill>
                <a:latin typeface="Meiryo" pitchFamily="34" charset="0"/>
                <a:ea typeface="Meiryo" pitchFamily="34" charset="-122"/>
                <a:cs typeface="Meiryo" pitchFamily="34" charset="-120"/>
              </a:rPr>
              <a:t>● ログアウトについて</a:t>
            </a:r>
            <a:endParaRPr lang="en-US" sz="950" dirty="0"/>
          </a:p>
        </p:txBody>
      </p:sp>
      <p:sp>
        <p:nvSpPr>
          <p:cNvPr id="66" name="Text 64"/>
          <p:cNvSpPr/>
          <p:nvPr/>
        </p:nvSpPr>
        <p:spPr>
          <a:xfrm>
            <a:off x="429768" y="4822416"/>
            <a:ext cx="8284464" cy="237744"/>
          </a:xfrm>
          <a:prstGeom prst="rect">
            <a:avLst/>
          </a:prstGeom>
          <a:noFill/>
          <a:ln/>
        </p:spPr>
        <p:txBody>
          <a:bodyPr wrap="square" lIns="0" tIns="0" rIns="0" bIns="0" rtlCol="0" anchor="ctr"/>
          <a:lstStyle/>
          <a:p>
            <a:pPr marL="0" indent="0">
              <a:buNone/>
            </a:pPr>
            <a:r>
              <a:rPr lang="en-US" sz="1000" dirty="0">
                <a:solidFill>
                  <a:srgbClr val="3E2723"/>
                </a:solidFill>
                <a:latin typeface="Meiryo" pitchFamily="34" charset="0"/>
                <a:ea typeface="Meiryo" pitchFamily="34" charset="-122"/>
                <a:cs typeface="Meiryo" pitchFamily="34" charset="-120"/>
              </a:rPr>
              <a:t>ナビゲーションバー右上の「ログアウト」ボタンをクリックすると管理者ログイン画面に戻ります。ブラウザを閉じてもログアウトになります。</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TotalTime>
  <Words>453</Words>
  <Application>Microsoft Macintosh PowerPoint</Application>
  <PresentationFormat>画面に合わせる (16:9)</PresentationFormat>
  <Paragraphs>185</Paragraphs>
  <Slides>6</Slides>
  <Notes>6</Notes>
  <HiddenSlides>0</HiddenSlides>
  <MMClips>0</MMClips>
  <ScaleCrop>false</ScaleCrop>
  <HeadingPairs>
    <vt:vector size="6" baseType="variant">
      <vt:variant>
        <vt:lpstr>使用されているフォント</vt:lpstr>
      </vt:variant>
      <vt:variant>
        <vt:i4>3</vt:i4>
      </vt:variant>
      <vt:variant>
        <vt:lpstr>テーマ</vt:lpstr>
      </vt:variant>
      <vt:variant>
        <vt:i4>1</vt:i4>
      </vt:variant>
      <vt:variant>
        <vt:lpstr>スライド タイトル</vt:lpstr>
      </vt:variant>
      <vt:variant>
        <vt:i4>6</vt:i4>
      </vt:variant>
    </vt:vector>
  </HeadingPairs>
  <TitlesOfParts>
    <vt:vector size="10" baseType="lpstr">
      <vt:lpstr>Meiryo</vt:lpstr>
      <vt:lpstr>Arial</vt:lpstr>
      <vt:lpstr>Courier New</vt:lpstr>
      <vt:lpstr>Office Theme</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管理者マニュアル | 実践の本棚</dc:title>
  <dc:subject>PptxGenJS Presentation</dc:subject>
  <dc:creator>PptxGenJS</dc:creator>
  <cp:lastModifiedBy>祐樹 二見</cp:lastModifiedBy>
  <cp:revision>4</cp:revision>
  <dcterms:created xsi:type="dcterms:W3CDTF">2026-03-28T12:40:31Z</dcterms:created>
  <dcterms:modified xsi:type="dcterms:W3CDTF">2026-03-29T10:20:18Z</dcterms:modified>
</cp:coreProperties>
</file>